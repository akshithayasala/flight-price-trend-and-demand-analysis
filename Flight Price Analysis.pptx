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2" r:id="rId7"/>
    <p:sldId id="264" r:id="rId8"/>
    <p:sldId id="267" r:id="rId9"/>
    <p:sldId id="268" r:id="rId10"/>
    <p:sldId id="269" r:id="rId11"/>
    <p:sldId id="266" r:id="rId12"/>
    <p:sldId id="270" r:id="rId13"/>
    <p:sldId id="271" r:id="rId14"/>
    <p:sldId id="272" r:id="rId15"/>
    <p:sldId id="273" r:id="rId16"/>
    <p:sldId id="27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476F11-A1D3-4F40-A79F-E6948F6936E2}" v="62" dt="2026-05-30T10:48:13.2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18" autoAdjust="0"/>
    <p:restoredTop sz="94660"/>
  </p:normalViewPr>
  <p:slideViewPr>
    <p:cSldViewPr snapToGrid="0">
      <p:cViewPr>
        <p:scale>
          <a:sx n="75" d="100"/>
          <a:sy n="75" d="100"/>
        </p:scale>
        <p:origin x="43" y="34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shitha Yasala" userId="1d9c17162ad17213" providerId="LiveId" clId="{2E7EA2EE-788B-4211-975C-CC37B9A741BA}"/>
    <pc:docChg chg="undo custSel addSld delSld modSld sldOrd">
      <pc:chgData name="Akshitha Yasala" userId="1d9c17162ad17213" providerId="LiveId" clId="{2E7EA2EE-788B-4211-975C-CC37B9A741BA}" dt="2026-05-30T11:00:13.197" v="1984" actId="20577"/>
      <pc:docMkLst>
        <pc:docMk/>
      </pc:docMkLst>
      <pc:sldChg chg="addSp modSp mod">
        <pc:chgData name="Akshitha Yasala" userId="1d9c17162ad17213" providerId="LiveId" clId="{2E7EA2EE-788B-4211-975C-CC37B9A741BA}" dt="2026-05-29T18:48:30.305" v="17" actId="1076"/>
        <pc:sldMkLst>
          <pc:docMk/>
          <pc:sldMk cId="3090320926" sldId="256"/>
        </pc:sldMkLst>
        <pc:spChg chg="mod">
          <ac:chgData name="Akshitha Yasala" userId="1d9c17162ad17213" providerId="LiveId" clId="{2E7EA2EE-788B-4211-975C-CC37B9A741BA}" dt="2026-05-29T18:47:21.489" v="5" actId="20577"/>
          <ac:spMkLst>
            <pc:docMk/>
            <pc:sldMk cId="3090320926" sldId="256"/>
            <ac:spMk id="8" creationId="{9AE7F877-192D-F409-68DB-2A7747154D58}"/>
          </ac:spMkLst>
        </pc:spChg>
        <pc:spChg chg="add mod">
          <ac:chgData name="Akshitha Yasala" userId="1d9c17162ad17213" providerId="LiveId" clId="{2E7EA2EE-788B-4211-975C-CC37B9A741BA}" dt="2026-05-29T18:48:30.305" v="17" actId="1076"/>
          <ac:spMkLst>
            <pc:docMk/>
            <pc:sldMk cId="3090320926" sldId="256"/>
            <ac:spMk id="10" creationId="{EF542F09-22E4-57CE-9E58-3517AF7CBF75}"/>
          </ac:spMkLst>
        </pc:spChg>
      </pc:sldChg>
      <pc:sldChg chg="addSp delSp modSp new mod ord">
        <pc:chgData name="Akshitha Yasala" userId="1d9c17162ad17213" providerId="LiveId" clId="{2E7EA2EE-788B-4211-975C-CC37B9A741BA}" dt="2026-05-30T09:51:27.220" v="1592" actId="113"/>
        <pc:sldMkLst>
          <pc:docMk/>
          <pc:sldMk cId="3359818760" sldId="257"/>
        </pc:sldMkLst>
        <pc:spChg chg="del">
          <ac:chgData name="Akshitha Yasala" userId="1d9c17162ad17213" providerId="LiveId" clId="{2E7EA2EE-788B-4211-975C-CC37B9A741BA}" dt="2026-05-29T18:45:11.288" v="2" actId="478"/>
          <ac:spMkLst>
            <pc:docMk/>
            <pc:sldMk cId="3359818760" sldId="257"/>
            <ac:spMk id="2" creationId="{67336D9B-AEC4-F813-3F5A-48D184652129}"/>
          </ac:spMkLst>
        </pc:spChg>
        <pc:spChg chg="del">
          <ac:chgData name="Akshitha Yasala" userId="1d9c17162ad17213" providerId="LiveId" clId="{2E7EA2EE-788B-4211-975C-CC37B9A741BA}" dt="2026-05-29T18:45:07.703" v="1" actId="478"/>
          <ac:spMkLst>
            <pc:docMk/>
            <pc:sldMk cId="3359818760" sldId="257"/>
            <ac:spMk id="3" creationId="{8E16047D-4E39-C929-4498-9B84DC1A2F06}"/>
          </ac:spMkLst>
        </pc:spChg>
        <pc:spChg chg="add del mod">
          <ac:chgData name="Akshitha Yasala" userId="1d9c17162ad17213" providerId="LiveId" clId="{2E7EA2EE-788B-4211-975C-CC37B9A741BA}" dt="2026-05-29T18:45:15.281" v="4" actId="478"/>
          <ac:spMkLst>
            <pc:docMk/>
            <pc:sldMk cId="3359818760" sldId="257"/>
            <ac:spMk id="4" creationId="{F0A57B04-02DA-F03E-B766-63652E5566F8}"/>
          </ac:spMkLst>
        </pc:spChg>
        <pc:spChg chg="add del mod">
          <ac:chgData name="Akshitha Yasala" userId="1d9c17162ad17213" providerId="LiveId" clId="{2E7EA2EE-788B-4211-975C-CC37B9A741BA}" dt="2026-05-29T19:04:57.541" v="21"/>
          <ac:spMkLst>
            <pc:docMk/>
            <pc:sldMk cId="3359818760" sldId="257"/>
            <ac:spMk id="5" creationId="{03C121CE-EE1F-538D-FCBD-F7FE73FA3DEA}"/>
          </ac:spMkLst>
        </pc:spChg>
        <pc:spChg chg="add mod">
          <ac:chgData name="Akshitha Yasala" userId="1d9c17162ad17213" providerId="LiveId" clId="{2E7EA2EE-788B-4211-975C-CC37B9A741BA}" dt="2026-05-30T09:51:27.220" v="1592" actId="113"/>
          <ac:spMkLst>
            <pc:docMk/>
            <pc:sldMk cId="3359818760" sldId="257"/>
            <ac:spMk id="6" creationId="{F6C38279-1B2A-8BFD-604C-F15A2E84D402}"/>
          </ac:spMkLst>
        </pc:spChg>
        <pc:spChg chg="add mod">
          <ac:chgData name="Akshitha Yasala" userId="1d9c17162ad17213" providerId="LiveId" clId="{2E7EA2EE-788B-4211-975C-CC37B9A741BA}" dt="2026-05-30T09:51:01.722" v="1590" actId="1076"/>
          <ac:spMkLst>
            <pc:docMk/>
            <pc:sldMk cId="3359818760" sldId="257"/>
            <ac:spMk id="7" creationId="{DF4CED33-8E63-44E0-D83A-5A36F17D1316}"/>
          </ac:spMkLst>
        </pc:spChg>
      </pc:sldChg>
      <pc:sldChg chg="addSp delSp modSp new mod">
        <pc:chgData name="Akshitha Yasala" userId="1d9c17162ad17213" providerId="LiveId" clId="{2E7EA2EE-788B-4211-975C-CC37B9A741BA}" dt="2026-05-30T11:00:13.197" v="1984" actId="20577"/>
        <pc:sldMkLst>
          <pc:docMk/>
          <pc:sldMk cId="3019452488" sldId="258"/>
        </pc:sldMkLst>
        <pc:spChg chg="del mod">
          <ac:chgData name="Akshitha Yasala" userId="1d9c17162ad17213" providerId="LiveId" clId="{2E7EA2EE-788B-4211-975C-CC37B9A741BA}" dt="2026-05-29T19:09:45.444" v="74" actId="478"/>
          <ac:spMkLst>
            <pc:docMk/>
            <pc:sldMk cId="3019452488" sldId="258"/>
            <ac:spMk id="2" creationId="{ADD57033-38A2-2961-6B6F-C5F1E6611D42}"/>
          </ac:spMkLst>
        </pc:spChg>
        <pc:spChg chg="del mod">
          <ac:chgData name="Akshitha Yasala" userId="1d9c17162ad17213" providerId="LiveId" clId="{2E7EA2EE-788B-4211-975C-CC37B9A741BA}" dt="2026-05-29T19:09:39.933" v="73" actId="478"/>
          <ac:spMkLst>
            <pc:docMk/>
            <pc:sldMk cId="3019452488" sldId="258"/>
            <ac:spMk id="3" creationId="{891AAE5B-9A1B-B6E9-04D3-4B77A33ABBF0}"/>
          </ac:spMkLst>
        </pc:spChg>
        <pc:spChg chg="add del mod">
          <ac:chgData name="Akshitha Yasala" userId="1d9c17162ad17213" providerId="LiveId" clId="{2E7EA2EE-788B-4211-975C-CC37B9A741BA}" dt="2026-05-29T19:09:00.549" v="64" actId="478"/>
          <ac:spMkLst>
            <pc:docMk/>
            <pc:sldMk cId="3019452488" sldId="258"/>
            <ac:spMk id="5" creationId="{E1139F28-FCAD-918D-82AF-1C32863E5D18}"/>
          </ac:spMkLst>
        </pc:spChg>
        <pc:spChg chg="add del mod">
          <ac:chgData name="Akshitha Yasala" userId="1d9c17162ad17213" providerId="LiveId" clId="{2E7EA2EE-788B-4211-975C-CC37B9A741BA}" dt="2026-05-29T19:09:53.963" v="75" actId="478"/>
          <ac:spMkLst>
            <pc:docMk/>
            <pc:sldMk cId="3019452488" sldId="258"/>
            <ac:spMk id="7" creationId="{41A6A76B-42C4-661D-7496-355045BC1372}"/>
          </ac:spMkLst>
        </pc:spChg>
        <pc:spChg chg="add mod">
          <ac:chgData name="Akshitha Yasala" userId="1d9c17162ad17213" providerId="LiveId" clId="{2E7EA2EE-788B-4211-975C-CC37B9A741BA}" dt="2026-05-29T19:16:41.108" v="534" actId="1076"/>
          <ac:spMkLst>
            <pc:docMk/>
            <pc:sldMk cId="3019452488" sldId="258"/>
            <ac:spMk id="8" creationId="{71FB90F0-6D16-0C11-A116-1D7A1418171C}"/>
          </ac:spMkLst>
        </pc:spChg>
        <pc:spChg chg="add mod">
          <ac:chgData name="Akshitha Yasala" userId="1d9c17162ad17213" providerId="LiveId" clId="{2E7EA2EE-788B-4211-975C-CC37B9A741BA}" dt="2026-05-30T11:00:13.197" v="1984" actId="20577"/>
          <ac:spMkLst>
            <pc:docMk/>
            <pc:sldMk cId="3019452488" sldId="258"/>
            <ac:spMk id="9" creationId="{764843B2-1640-4938-1671-0BA874C97E96}"/>
          </ac:spMkLst>
        </pc:spChg>
      </pc:sldChg>
      <pc:sldChg chg="addSp modSp new mod">
        <pc:chgData name="Akshitha Yasala" userId="1d9c17162ad17213" providerId="LiveId" clId="{2E7EA2EE-788B-4211-975C-CC37B9A741BA}" dt="2026-05-29T19:22:38.910" v="666" actId="14100"/>
        <pc:sldMkLst>
          <pc:docMk/>
          <pc:sldMk cId="3730993703" sldId="259"/>
        </pc:sldMkLst>
        <pc:spChg chg="add mod">
          <ac:chgData name="Akshitha Yasala" userId="1d9c17162ad17213" providerId="LiveId" clId="{2E7EA2EE-788B-4211-975C-CC37B9A741BA}" dt="2026-05-29T19:21:07.925" v="660" actId="207"/>
          <ac:spMkLst>
            <pc:docMk/>
            <pc:sldMk cId="3730993703" sldId="259"/>
            <ac:spMk id="2" creationId="{18514CB8-F335-C00F-24F5-82BB7C4D9585}"/>
          </ac:spMkLst>
        </pc:spChg>
        <pc:spChg chg="add mod">
          <ac:chgData name="Akshitha Yasala" userId="1d9c17162ad17213" providerId="LiveId" clId="{2E7EA2EE-788B-4211-975C-CC37B9A741BA}" dt="2026-05-29T19:22:38.910" v="666" actId="14100"/>
          <ac:spMkLst>
            <pc:docMk/>
            <pc:sldMk cId="3730993703" sldId="259"/>
            <ac:spMk id="3" creationId="{E1B6F536-DF3D-45F6-ED54-657D4CB8DD0F}"/>
          </ac:spMkLst>
        </pc:spChg>
      </pc:sldChg>
      <pc:sldChg chg="addSp delSp modSp new mod">
        <pc:chgData name="Akshitha Yasala" userId="1d9c17162ad17213" providerId="LiveId" clId="{2E7EA2EE-788B-4211-975C-CC37B9A741BA}" dt="2026-05-30T10:20:06.293" v="1885" actId="14100"/>
        <pc:sldMkLst>
          <pc:docMk/>
          <pc:sldMk cId="3729474449" sldId="260"/>
        </pc:sldMkLst>
        <pc:spChg chg="add mod">
          <ac:chgData name="Akshitha Yasala" userId="1d9c17162ad17213" providerId="LiveId" clId="{2E7EA2EE-788B-4211-975C-CC37B9A741BA}" dt="2026-05-29T19:31:37.934" v="751" actId="1076"/>
          <ac:spMkLst>
            <pc:docMk/>
            <pc:sldMk cId="3729474449" sldId="260"/>
            <ac:spMk id="2" creationId="{068909C6-7FD4-9D66-798C-D3B405C0193F}"/>
          </ac:spMkLst>
        </pc:spChg>
        <pc:spChg chg="add del mod">
          <ac:chgData name="Akshitha Yasala" userId="1d9c17162ad17213" providerId="LiveId" clId="{2E7EA2EE-788B-4211-975C-CC37B9A741BA}" dt="2026-05-29T19:25:47.768" v="695"/>
          <ac:spMkLst>
            <pc:docMk/>
            <pc:sldMk cId="3729474449" sldId="260"/>
            <ac:spMk id="3" creationId="{90082136-E5E0-24D9-0B3A-1A5DBE69C57D}"/>
          </ac:spMkLst>
        </pc:spChg>
        <pc:spChg chg="add mod">
          <ac:chgData name="Akshitha Yasala" userId="1d9c17162ad17213" providerId="LiveId" clId="{2E7EA2EE-788B-4211-975C-CC37B9A741BA}" dt="2026-05-29T19:31:55.409" v="754" actId="1076"/>
          <ac:spMkLst>
            <pc:docMk/>
            <pc:sldMk cId="3729474449" sldId="260"/>
            <ac:spMk id="4" creationId="{17BF546A-D2A2-BC96-6C86-6D466569BB10}"/>
          </ac:spMkLst>
        </pc:spChg>
        <pc:picChg chg="add mod">
          <ac:chgData name="Akshitha Yasala" userId="1d9c17162ad17213" providerId="LiveId" clId="{2E7EA2EE-788B-4211-975C-CC37B9A741BA}" dt="2026-05-30T10:20:06.293" v="1885" actId="14100"/>
          <ac:picMkLst>
            <pc:docMk/>
            <pc:sldMk cId="3729474449" sldId="260"/>
            <ac:picMk id="3" creationId="{445EF7E5-2064-11DD-39C7-3DCD574924C7}"/>
          </ac:picMkLst>
        </pc:picChg>
      </pc:sldChg>
      <pc:sldChg chg="addSp delSp modSp new del mod ord">
        <pc:chgData name="Akshitha Yasala" userId="1d9c17162ad17213" providerId="LiveId" clId="{2E7EA2EE-788B-4211-975C-CC37B9A741BA}" dt="2026-05-30T07:36:15.286" v="1561" actId="2696"/>
        <pc:sldMkLst>
          <pc:docMk/>
          <pc:sldMk cId="834682074" sldId="261"/>
        </pc:sldMkLst>
        <pc:spChg chg="add del mod">
          <ac:chgData name="Akshitha Yasala" userId="1d9c17162ad17213" providerId="LiveId" clId="{2E7EA2EE-788B-4211-975C-CC37B9A741BA}" dt="2026-05-29T19:32:24.722" v="758"/>
          <ac:spMkLst>
            <pc:docMk/>
            <pc:sldMk cId="834682074" sldId="261"/>
            <ac:spMk id="2" creationId="{687BB781-324F-3F49-431E-1449F8B8D4F6}"/>
          </ac:spMkLst>
        </pc:spChg>
        <pc:spChg chg="add del mod">
          <ac:chgData name="Akshitha Yasala" userId="1d9c17162ad17213" providerId="LiveId" clId="{2E7EA2EE-788B-4211-975C-CC37B9A741BA}" dt="2026-05-29T19:36:41.689" v="826" actId="20577"/>
          <ac:spMkLst>
            <pc:docMk/>
            <pc:sldMk cId="834682074" sldId="261"/>
            <ac:spMk id="3" creationId="{897F0DF4-9EA0-6B5B-33BE-DFC0C120AD91}"/>
          </ac:spMkLst>
        </pc:spChg>
        <pc:spChg chg="add mod">
          <ac:chgData name="Akshitha Yasala" userId="1d9c17162ad17213" providerId="LiveId" clId="{2E7EA2EE-788B-4211-975C-CC37B9A741BA}" dt="2026-05-29T19:35:50.633" v="803" actId="1076"/>
          <ac:spMkLst>
            <pc:docMk/>
            <pc:sldMk cId="834682074" sldId="261"/>
            <ac:spMk id="5" creationId="{FF69E724-BB88-0D46-01F3-50322B0F151F}"/>
          </ac:spMkLst>
        </pc:spChg>
      </pc:sldChg>
      <pc:sldChg chg="addSp delSp modSp new mod ord">
        <pc:chgData name="Akshitha Yasala" userId="1d9c17162ad17213" providerId="LiveId" clId="{2E7EA2EE-788B-4211-975C-CC37B9A741BA}" dt="2026-05-30T10:34:31.854" v="1929" actId="478"/>
        <pc:sldMkLst>
          <pc:docMk/>
          <pc:sldMk cId="2322201179" sldId="262"/>
        </pc:sldMkLst>
        <pc:spChg chg="add mod">
          <ac:chgData name="Akshitha Yasala" userId="1d9c17162ad17213" providerId="LiveId" clId="{2E7EA2EE-788B-4211-975C-CC37B9A741BA}" dt="2026-05-30T10:21:35.513" v="1891" actId="14100"/>
          <ac:spMkLst>
            <pc:docMk/>
            <pc:sldMk cId="2322201179" sldId="262"/>
            <ac:spMk id="2" creationId="{CF32251E-BC79-0BA4-342F-7D436BDA9E04}"/>
          </ac:spMkLst>
        </pc:spChg>
        <pc:spChg chg="add del mod">
          <ac:chgData name="Akshitha Yasala" userId="1d9c17162ad17213" providerId="LiveId" clId="{2E7EA2EE-788B-4211-975C-CC37B9A741BA}" dt="2026-05-29T19:37:50.137" v="877" actId="478"/>
          <ac:spMkLst>
            <pc:docMk/>
            <pc:sldMk cId="2322201179" sldId="262"/>
            <ac:spMk id="3" creationId="{0CEF4B45-399D-7270-9FC1-C6E0A873D13E}"/>
          </ac:spMkLst>
        </pc:spChg>
        <pc:spChg chg="add del mod">
          <ac:chgData name="Akshitha Yasala" userId="1d9c17162ad17213" providerId="LiveId" clId="{2E7EA2EE-788B-4211-975C-CC37B9A741BA}" dt="2026-05-29T19:38:10.475" v="880" actId="478"/>
          <ac:spMkLst>
            <pc:docMk/>
            <pc:sldMk cId="2322201179" sldId="262"/>
            <ac:spMk id="5" creationId="{102451B9-7FF8-1D3B-99FF-7D93D6661742}"/>
          </ac:spMkLst>
        </pc:spChg>
        <pc:spChg chg="add">
          <ac:chgData name="Akshitha Yasala" userId="1d9c17162ad17213" providerId="LiveId" clId="{2E7EA2EE-788B-4211-975C-CC37B9A741BA}" dt="2026-05-30T10:34:27.070" v="1926"/>
          <ac:spMkLst>
            <pc:docMk/>
            <pc:sldMk cId="2322201179" sldId="262"/>
            <ac:spMk id="5" creationId="{E7C81CC0-F4EB-5640-D3B3-5AC9CDB7C87E}"/>
          </ac:spMkLst>
        </pc:spChg>
        <pc:spChg chg="add mod">
          <ac:chgData name="Akshitha Yasala" userId="1d9c17162ad17213" providerId="LiveId" clId="{2E7EA2EE-788B-4211-975C-CC37B9A741BA}" dt="2026-05-29T19:37:35.253" v="873" actId="14100"/>
          <ac:spMkLst>
            <pc:docMk/>
            <pc:sldMk cId="2322201179" sldId="262"/>
            <ac:spMk id="6" creationId="{C7B9B936-E287-94EF-A3AC-96CD0175E341}"/>
          </ac:spMkLst>
        </pc:spChg>
        <pc:spChg chg="add del mod">
          <ac:chgData name="Akshitha Yasala" userId="1d9c17162ad17213" providerId="LiveId" clId="{2E7EA2EE-788B-4211-975C-CC37B9A741BA}" dt="2026-05-30T09:54:11.411" v="1597" actId="478"/>
          <ac:spMkLst>
            <pc:docMk/>
            <pc:sldMk cId="2322201179" sldId="262"/>
            <ac:spMk id="7" creationId="{E6870DD4-E8AC-12C6-B4C2-33939A2DFC90}"/>
          </ac:spMkLst>
        </pc:spChg>
        <pc:spChg chg="add del">
          <ac:chgData name="Akshitha Yasala" userId="1d9c17162ad17213" providerId="LiveId" clId="{2E7EA2EE-788B-4211-975C-CC37B9A741BA}" dt="2026-05-30T10:34:31.854" v="1929" actId="478"/>
          <ac:spMkLst>
            <pc:docMk/>
            <pc:sldMk cId="2322201179" sldId="262"/>
            <ac:spMk id="9" creationId="{0DA1F4C6-FAA8-5E15-CECB-BC537928B0FD}"/>
          </ac:spMkLst>
        </pc:spChg>
        <pc:picChg chg="add del mod">
          <ac:chgData name="Akshitha Yasala" userId="1d9c17162ad17213" providerId="LiveId" clId="{2E7EA2EE-788B-4211-975C-CC37B9A741BA}" dt="2026-05-30T10:34:25.532" v="1924" actId="478"/>
          <ac:picMkLst>
            <pc:docMk/>
            <pc:sldMk cId="2322201179" sldId="262"/>
            <ac:picMk id="3" creationId="{1C9CED94-1190-934C-8C7B-6C44F40FC806}"/>
          </ac:picMkLst>
        </pc:picChg>
      </pc:sldChg>
      <pc:sldChg chg="addSp delSp modSp new del mod">
        <pc:chgData name="Akshitha Yasala" userId="1d9c17162ad17213" providerId="LiveId" clId="{2E7EA2EE-788B-4211-975C-CC37B9A741BA}" dt="2026-05-30T09:58:20.106" v="1671" actId="47"/>
        <pc:sldMkLst>
          <pc:docMk/>
          <pc:sldMk cId="32181439" sldId="263"/>
        </pc:sldMkLst>
        <pc:spChg chg="add mod">
          <ac:chgData name="Akshitha Yasala" userId="1d9c17162ad17213" providerId="LiveId" clId="{2E7EA2EE-788B-4211-975C-CC37B9A741BA}" dt="2026-05-30T01:27:26.797" v="949" actId="1076"/>
          <ac:spMkLst>
            <pc:docMk/>
            <pc:sldMk cId="32181439" sldId="263"/>
            <ac:spMk id="2" creationId="{25224D72-2742-56EF-5A0B-7BF525813F39}"/>
          </ac:spMkLst>
        </pc:spChg>
        <pc:spChg chg="add del mod">
          <ac:chgData name="Akshitha Yasala" userId="1d9c17162ad17213" providerId="LiveId" clId="{2E7EA2EE-788B-4211-975C-CC37B9A741BA}" dt="2026-05-30T01:27:37.564" v="951"/>
          <ac:spMkLst>
            <pc:docMk/>
            <pc:sldMk cId="32181439" sldId="263"/>
            <ac:spMk id="3" creationId="{DE0B8F6D-201B-97AD-681F-2C22BF61F246}"/>
          </ac:spMkLst>
        </pc:spChg>
        <pc:spChg chg="add mod">
          <ac:chgData name="Akshitha Yasala" userId="1d9c17162ad17213" providerId="LiveId" clId="{2E7EA2EE-788B-4211-975C-CC37B9A741BA}" dt="2026-05-30T01:34:29.212" v="970" actId="2710"/>
          <ac:spMkLst>
            <pc:docMk/>
            <pc:sldMk cId="32181439" sldId="263"/>
            <ac:spMk id="4" creationId="{A8D02E20-F3B2-4B90-4D89-1E9026280B66}"/>
          </ac:spMkLst>
        </pc:spChg>
        <pc:spChg chg="add mod">
          <ac:chgData name="Akshitha Yasala" userId="1d9c17162ad17213" providerId="LiveId" clId="{2E7EA2EE-788B-4211-975C-CC37B9A741BA}" dt="2026-05-30T01:34:43.428" v="971" actId="1076"/>
          <ac:spMkLst>
            <pc:docMk/>
            <pc:sldMk cId="32181439" sldId="263"/>
            <ac:spMk id="6" creationId="{E9A6E871-855F-8227-0644-4BA03641B4C8}"/>
          </ac:spMkLst>
        </pc:spChg>
        <pc:spChg chg="add mod">
          <ac:chgData name="Akshitha Yasala" userId="1d9c17162ad17213" providerId="LiveId" clId="{2E7EA2EE-788B-4211-975C-CC37B9A741BA}" dt="2026-05-30T01:38:41.479" v="1233" actId="20577"/>
          <ac:spMkLst>
            <pc:docMk/>
            <pc:sldMk cId="32181439" sldId="263"/>
            <ac:spMk id="8" creationId="{EA9DD4E6-13B9-7E25-A118-792F575C2B99}"/>
          </ac:spMkLst>
        </pc:spChg>
        <pc:spChg chg="add del mod">
          <ac:chgData name="Akshitha Yasala" userId="1d9c17162ad17213" providerId="LiveId" clId="{2E7EA2EE-788B-4211-975C-CC37B9A741BA}" dt="2026-05-30T01:39:39.040" v="1238" actId="478"/>
          <ac:spMkLst>
            <pc:docMk/>
            <pc:sldMk cId="32181439" sldId="263"/>
            <ac:spMk id="10" creationId="{112FF24E-5E75-84F0-32A7-9D4873B98E31}"/>
          </ac:spMkLst>
        </pc:spChg>
      </pc:sldChg>
      <pc:sldChg chg="addSp delSp modSp new mod ord">
        <pc:chgData name="Akshitha Yasala" userId="1d9c17162ad17213" providerId="LiveId" clId="{2E7EA2EE-788B-4211-975C-CC37B9A741BA}" dt="2026-05-30T10:30:43.039" v="1906" actId="478"/>
        <pc:sldMkLst>
          <pc:docMk/>
          <pc:sldMk cId="3126760003" sldId="264"/>
        </pc:sldMkLst>
        <pc:spChg chg="add mod">
          <ac:chgData name="Akshitha Yasala" userId="1d9c17162ad17213" providerId="LiveId" clId="{2E7EA2EE-788B-4211-975C-CC37B9A741BA}" dt="2026-05-30T10:30:24.719" v="1902" actId="403"/>
          <ac:spMkLst>
            <pc:docMk/>
            <pc:sldMk cId="3126760003" sldId="264"/>
            <ac:spMk id="3" creationId="{554DC257-9AEC-277C-4DCC-6415BEF06CDF}"/>
          </ac:spMkLst>
        </pc:spChg>
        <pc:picChg chg="add del mod">
          <ac:chgData name="Akshitha Yasala" userId="1d9c17162ad17213" providerId="LiveId" clId="{2E7EA2EE-788B-4211-975C-CC37B9A741BA}" dt="2026-05-30T10:30:43.039" v="1906" actId="478"/>
          <ac:picMkLst>
            <pc:docMk/>
            <pc:sldMk cId="3126760003" sldId="264"/>
            <ac:picMk id="2" creationId="{27EB2C56-FDB4-3065-3227-BFDC60861070}"/>
          </ac:picMkLst>
        </pc:picChg>
      </pc:sldChg>
      <pc:sldChg chg="addSp modSp new del mod ord">
        <pc:chgData name="Akshitha Yasala" userId="1d9c17162ad17213" providerId="LiveId" clId="{2E7EA2EE-788B-4211-975C-CC37B9A741BA}" dt="2026-05-30T09:59:07.052" v="1672" actId="47"/>
        <pc:sldMkLst>
          <pc:docMk/>
          <pc:sldMk cId="3510878368" sldId="265"/>
        </pc:sldMkLst>
        <pc:spChg chg="add mod">
          <ac:chgData name="Akshitha Yasala" userId="1d9c17162ad17213" providerId="LiveId" clId="{2E7EA2EE-788B-4211-975C-CC37B9A741BA}" dt="2026-05-30T02:45:33.322" v="1386" actId="14100"/>
          <ac:spMkLst>
            <pc:docMk/>
            <pc:sldMk cId="3510878368" sldId="265"/>
            <ac:spMk id="2" creationId="{DF30ABD8-CAA1-685E-29AC-B2F5E6B09FB4}"/>
          </ac:spMkLst>
        </pc:spChg>
        <pc:spChg chg="add mod">
          <ac:chgData name="Akshitha Yasala" userId="1d9c17162ad17213" providerId="LiveId" clId="{2E7EA2EE-788B-4211-975C-CC37B9A741BA}" dt="2026-05-30T07:37:20.368" v="1566" actId="120"/>
          <ac:spMkLst>
            <pc:docMk/>
            <pc:sldMk cId="3510878368" sldId="265"/>
            <ac:spMk id="3" creationId="{CD38CAF8-EAB4-7A15-CA4F-33FA47D8F5E4}"/>
          </ac:spMkLst>
        </pc:spChg>
        <pc:spChg chg="add mod">
          <ac:chgData name="Akshitha Yasala" userId="1d9c17162ad17213" providerId="LiveId" clId="{2E7EA2EE-788B-4211-975C-CC37B9A741BA}" dt="2026-05-30T02:48:46.109" v="1432" actId="1076"/>
          <ac:spMkLst>
            <pc:docMk/>
            <pc:sldMk cId="3510878368" sldId="265"/>
            <ac:spMk id="4" creationId="{6F68BADD-3D12-29CA-B955-2390802F0181}"/>
          </ac:spMkLst>
        </pc:spChg>
        <pc:spChg chg="add mod">
          <ac:chgData name="Akshitha Yasala" userId="1d9c17162ad17213" providerId="LiveId" clId="{2E7EA2EE-788B-4211-975C-CC37B9A741BA}" dt="2026-05-30T07:37:15.644" v="1565" actId="120"/>
          <ac:spMkLst>
            <pc:docMk/>
            <pc:sldMk cId="3510878368" sldId="265"/>
            <ac:spMk id="5" creationId="{557CEEBB-2B61-0629-DA57-4B164826B906}"/>
          </ac:spMkLst>
        </pc:spChg>
        <pc:spChg chg="add mod">
          <ac:chgData name="Akshitha Yasala" userId="1d9c17162ad17213" providerId="LiveId" clId="{2E7EA2EE-788B-4211-975C-CC37B9A741BA}" dt="2026-05-30T02:51:31.100" v="1504" actId="1076"/>
          <ac:spMkLst>
            <pc:docMk/>
            <pc:sldMk cId="3510878368" sldId="265"/>
            <ac:spMk id="6" creationId="{E67D09CE-6B8F-98AB-C22B-EF1647961297}"/>
          </ac:spMkLst>
        </pc:spChg>
        <pc:spChg chg="add mod">
          <ac:chgData name="Akshitha Yasala" userId="1d9c17162ad17213" providerId="LiveId" clId="{2E7EA2EE-788B-4211-975C-CC37B9A741BA}" dt="2026-05-30T07:37:10.361" v="1564" actId="120"/>
          <ac:spMkLst>
            <pc:docMk/>
            <pc:sldMk cId="3510878368" sldId="265"/>
            <ac:spMk id="7" creationId="{F9745EAF-1674-996D-AD0C-2C7E1C6E66D3}"/>
          </ac:spMkLst>
        </pc:spChg>
      </pc:sldChg>
      <pc:sldChg chg="addSp delSp modSp new mod">
        <pc:chgData name="Akshitha Yasala" userId="1d9c17162ad17213" providerId="LiveId" clId="{2E7EA2EE-788B-4211-975C-CC37B9A741BA}" dt="2026-05-30T10:52:07.127" v="1982" actId="20577"/>
        <pc:sldMkLst>
          <pc:docMk/>
          <pc:sldMk cId="4083315977" sldId="266"/>
        </pc:sldMkLst>
        <pc:spChg chg="add mod">
          <ac:chgData name="Akshitha Yasala" userId="1d9c17162ad17213" providerId="LiveId" clId="{2E7EA2EE-788B-4211-975C-CC37B9A741BA}" dt="2026-05-30T10:51:35.721" v="1974" actId="20577"/>
          <ac:spMkLst>
            <pc:docMk/>
            <pc:sldMk cId="4083315977" sldId="266"/>
            <ac:spMk id="3" creationId="{1AD29DD6-A5D9-648F-65C5-6CB82F6E4118}"/>
          </ac:spMkLst>
        </pc:spChg>
        <pc:spChg chg="add mod">
          <ac:chgData name="Akshitha Yasala" userId="1d9c17162ad17213" providerId="LiveId" clId="{2E7EA2EE-788B-4211-975C-CC37B9A741BA}" dt="2026-05-30T10:14:07.988" v="1811" actId="20577"/>
          <ac:spMkLst>
            <pc:docMk/>
            <pc:sldMk cId="4083315977" sldId="266"/>
            <ac:spMk id="4" creationId="{16DF997D-270F-9952-1DAA-2644EC5DE972}"/>
          </ac:spMkLst>
        </pc:spChg>
        <pc:spChg chg="add mod">
          <ac:chgData name="Akshitha Yasala" userId="1d9c17162ad17213" providerId="LiveId" clId="{2E7EA2EE-788B-4211-975C-CC37B9A741BA}" dt="2026-05-30T10:52:07.127" v="1982" actId="20577"/>
          <ac:spMkLst>
            <pc:docMk/>
            <pc:sldMk cId="4083315977" sldId="266"/>
            <ac:spMk id="5" creationId="{FD96F47E-9AF2-B0BF-8789-18366D0B6672}"/>
          </ac:spMkLst>
        </pc:spChg>
        <pc:picChg chg="add del mod">
          <ac:chgData name="Akshitha Yasala" userId="1d9c17162ad17213" providerId="LiveId" clId="{2E7EA2EE-788B-4211-975C-CC37B9A741BA}" dt="2026-05-30T10:31:13.631" v="1907" actId="478"/>
          <ac:picMkLst>
            <pc:docMk/>
            <pc:sldMk cId="4083315977" sldId="266"/>
            <ac:picMk id="6" creationId="{C87AE787-54DD-DCC3-8650-C980C8A220F2}"/>
          </ac:picMkLst>
        </pc:picChg>
        <pc:picChg chg="add mod">
          <ac:chgData name="Akshitha Yasala" userId="1d9c17162ad17213" providerId="LiveId" clId="{2E7EA2EE-788B-4211-975C-CC37B9A741BA}" dt="2026-05-30T10:32:52.928" v="1923" actId="14100"/>
          <ac:picMkLst>
            <pc:docMk/>
            <pc:sldMk cId="4083315977" sldId="266"/>
            <ac:picMk id="8" creationId="{B4294F31-6F34-0229-C772-6D447E0913CF}"/>
          </ac:picMkLst>
        </pc:picChg>
        <pc:picChg chg="add mod">
          <ac:chgData name="Akshitha Yasala" userId="1d9c17162ad17213" providerId="LiveId" clId="{2E7EA2EE-788B-4211-975C-CC37B9A741BA}" dt="2026-05-30T10:32:47.913" v="1921" actId="14100"/>
          <ac:picMkLst>
            <pc:docMk/>
            <pc:sldMk cId="4083315977" sldId="266"/>
            <ac:picMk id="10" creationId="{CB564333-8BEE-16F2-C936-98BEC8644D71}"/>
          </ac:picMkLst>
        </pc:picChg>
      </pc:sldChg>
      <pc:sldChg chg="addSp modSp new mod">
        <pc:chgData name="Akshitha Yasala" userId="1d9c17162ad17213" providerId="LiveId" clId="{2E7EA2EE-788B-4211-975C-CC37B9A741BA}" dt="2026-05-30T10:40:13.939" v="1951" actId="1076"/>
        <pc:sldMkLst>
          <pc:docMk/>
          <pc:sldMk cId="3463326307" sldId="267"/>
        </pc:sldMkLst>
        <pc:spChg chg="add mod">
          <ac:chgData name="Akshitha Yasala" userId="1d9c17162ad17213" providerId="LiveId" clId="{2E7EA2EE-788B-4211-975C-CC37B9A741BA}" dt="2026-05-30T09:59:59.076" v="1689" actId="20577"/>
          <ac:spMkLst>
            <pc:docMk/>
            <pc:sldMk cId="3463326307" sldId="267"/>
            <ac:spMk id="2" creationId="{9E09D650-ACE8-DA89-17B6-B2F9D9B395BE}"/>
          </ac:spMkLst>
        </pc:spChg>
        <pc:spChg chg="add mod">
          <ac:chgData name="Akshitha Yasala" userId="1d9c17162ad17213" providerId="LiveId" clId="{2E7EA2EE-788B-4211-975C-CC37B9A741BA}" dt="2026-05-30T10:00:51.356" v="1718" actId="113"/>
          <ac:spMkLst>
            <pc:docMk/>
            <pc:sldMk cId="3463326307" sldId="267"/>
            <ac:spMk id="3" creationId="{F8B49C09-8012-DB0B-F0EC-E02EBBC6EF8D}"/>
          </ac:spMkLst>
        </pc:spChg>
        <pc:spChg chg="add mod">
          <ac:chgData name="Akshitha Yasala" userId="1d9c17162ad17213" providerId="LiveId" clId="{2E7EA2EE-788B-4211-975C-CC37B9A741BA}" dt="2026-05-30T10:10:40.541" v="1784" actId="404"/>
          <ac:spMkLst>
            <pc:docMk/>
            <pc:sldMk cId="3463326307" sldId="267"/>
            <ac:spMk id="7" creationId="{241D1E55-31B8-B828-3CA0-6F3D77B521E9}"/>
          </ac:spMkLst>
        </pc:spChg>
        <pc:picChg chg="add mod">
          <ac:chgData name="Akshitha Yasala" userId="1d9c17162ad17213" providerId="LiveId" clId="{2E7EA2EE-788B-4211-975C-CC37B9A741BA}" dt="2026-05-30T10:40:13.939" v="1951" actId="1076"/>
          <ac:picMkLst>
            <pc:docMk/>
            <pc:sldMk cId="3463326307" sldId="267"/>
            <ac:picMk id="5" creationId="{3CC01AB2-57CA-5911-702F-4E5734880918}"/>
          </ac:picMkLst>
        </pc:picChg>
      </pc:sldChg>
      <pc:sldChg chg="addSp delSp modSp add mod">
        <pc:chgData name="Akshitha Yasala" userId="1d9c17162ad17213" providerId="LiveId" clId="{2E7EA2EE-788B-4211-975C-CC37B9A741BA}" dt="2026-05-30T10:43:11.798" v="1955" actId="1076"/>
        <pc:sldMkLst>
          <pc:docMk/>
          <pc:sldMk cId="3492014527" sldId="268"/>
        </pc:sldMkLst>
        <pc:spChg chg="mod">
          <ac:chgData name="Akshitha Yasala" userId="1d9c17162ad17213" providerId="LiveId" clId="{2E7EA2EE-788B-4211-975C-CC37B9A741BA}" dt="2026-05-30T10:41:15.754" v="1952" actId="1076"/>
          <ac:spMkLst>
            <pc:docMk/>
            <pc:sldMk cId="3492014527" sldId="268"/>
            <ac:spMk id="3" creationId="{D661D7BE-0E97-9418-E0AC-B0F1BE7B9373}"/>
          </ac:spMkLst>
        </pc:spChg>
        <pc:spChg chg="add mod">
          <ac:chgData name="Akshitha Yasala" userId="1d9c17162ad17213" providerId="LiveId" clId="{2E7EA2EE-788B-4211-975C-CC37B9A741BA}" dt="2026-05-30T10:09:51.047" v="1775" actId="5793"/>
          <ac:spMkLst>
            <pc:docMk/>
            <pc:sldMk cId="3492014527" sldId="268"/>
            <ac:spMk id="10" creationId="{606CBDD1-9815-069E-9A5A-D1962A377D9B}"/>
          </ac:spMkLst>
        </pc:spChg>
        <pc:spChg chg="add mod">
          <ac:chgData name="Akshitha Yasala" userId="1d9c17162ad17213" providerId="LiveId" clId="{2E7EA2EE-788B-4211-975C-CC37B9A741BA}" dt="2026-05-30T10:43:11.798" v="1955" actId="1076"/>
          <ac:spMkLst>
            <pc:docMk/>
            <pc:sldMk cId="3492014527" sldId="268"/>
            <ac:spMk id="12" creationId="{6B00A3F4-93AF-6A68-F2B0-EE77EA68D5E3}"/>
          </ac:spMkLst>
        </pc:spChg>
        <pc:picChg chg="del">
          <ac:chgData name="Akshitha Yasala" userId="1d9c17162ad17213" providerId="LiveId" clId="{2E7EA2EE-788B-4211-975C-CC37B9A741BA}" dt="2026-05-30T10:03:01.770" v="1721" actId="478"/>
          <ac:picMkLst>
            <pc:docMk/>
            <pc:sldMk cId="3492014527" sldId="268"/>
            <ac:picMk id="5" creationId="{35446FCD-90ED-0A0F-8DB4-39A85AA37F32}"/>
          </ac:picMkLst>
        </pc:picChg>
        <pc:picChg chg="add mod">
          <ac:chgData name="Akshitha Yasala" userId="1d9c17162ad17213" providerId="LiveId" clId="{2E7EA2EE-788B-4211-975C-CC37B9A741BA}" dt="2026-05-30T10:41:38.667" v="1954" actId="1076"/>
          <ac:picMkLst>
            <pc:docMk/>
            <pc:sldMk cId="3492014527" sldId="268"/>
            <ac:picMk id="6" creationId="{5A572F10-254C-5F11-EBB1-25B17428E96A}"/>
          </ac:picMkLst>
        </pc:picChg>
        <pc:picChg chg="add mod">
          <ac:chgData name="Akshitha Yasala" userId="1d9c17162ad17213" providerId="LiveId" clId="{2E7EA2EE-788B-4211-975C-CC37B9A741BA}" dt="2026-05-30T10:08:32.827" v="1763" actId="1076"/>
          <ac:picMkLst>
            <pc:docMk/>
            <pc:sldMk cId="3492014527" sldId="268"/>
            <ac:picMk id="8" creationId="{722096A3-0285-5A0D-03E7-82EA087F501B}"/>
          </ac:picMkLst>
        </pc:picChg>
      </pc:sldChg>
      <pc:sldChg chg="addSp delSp modSp add mod">
        <pc:chgData name="Akshitha Yasala" userId="1d9c17162ad17213" providerId="LiveId" clId="{2E7EA2EE-788B-4211-975C-CC37B9A741BA}" dt="2026-05-30T10:10:20.922" v="1778" actId="404"/>
        <pc:sldMkLst>
          <pc:docMk/>
          <pc:sldMk cId="2601796612" sldId="269"/>
        </pc:sldMkLst>
        <pc:spChg chg="mod">
          <ac:chgData name="Akshitha Yasala" userId="1d9c17162ad17213" providerId="LiveId" clId="{2E7EA2EE-788B-4211-975C-CC37B9A741BA}" dt="2026-05-30T10:05:48.637" v="1754" actId="20577"/>
          <ac:spMkLst>
            <pc:docMk/>
            <pc:sldMk cId="2601796612" sldId="269"/>
            <ac:spMk id="3" creationId="{4AA224DD-3BF8-8F35-2E71-8CF17123890B}"/>
          </ac:spMkLst>
        </pc:spChg>
        <pc:spChg chg="add mod">
          <ac:chgData name="Akshitha Yasala" userId="1d9c17162ad17213" providerId="LiveId" clId="{2E7EA2EE-788B-4211-975C-CC37B9A741BA}" dt="2026-05-30T10:10:20.922" v="1778" actId="404"/>
          <ac:spMkLst>
            <pc:docMk/>
            <pc:sldMk cId="2601796612" sldId="269"/>
            <ac:spMk id="11" creationId="{2EB1F891-D82D-8E76-BC05-4DCA6EB7DB61}"/>
          </ac:spMkLst>
        </pc:spChg>
        <pc:picChg chg="add mod">
          <ac:chgData name="Akshitha Yasala" userId="1d9c17162ad17213" providerId="LiveId" clId="{2E7EA2EE-788B-4211-975C-CC37B9A741BA}" dt="2026-05-30T10:05:33.503" v="1743" actId="1076"/>
          <ac:picMkLst>
            <pc:docMk/>
            <pc:sldMk cId="2601796612" sldId="269"/>
            <ac:picMk id="5" creationId="{2737DF93-9B98-D3BD-1DC2-F3FC093CAC72}"/>
          </ac:picMkLst>
        </pc:picChg>
        <pc:picChg chg="del">
          <ac:chgData name="Akshitha Yasala" userId="1d9c17162ad17213" providerId="LiveId" clId="{2E7EA2EE-788B-4211-975C-CC37B9A741BA}" dt="2026-05-30T10:04:20.857" v="1735" actId="478"/>
          <ac:picMkLst>
            <pc:docMk/>
            <pc:sldMk cId="2601796612" sldId="269"/>
            <ac:picMk id="6" creationId="{7AF7FAA6-D2CE-966F-F618-FFE1214784BE}"/>
          </ac:picMkLst>
        </pc:picChg>
        <pc:picChg chg="del">
          <ac:chgData name="Akshitha Yasala" userId="1d9c17162ad17213" providerId="LiveId" clId="{2E7EA2EE-788B-4211-975C-CC37B9A741BA}" dt="2026-05-30T10:04:22.882" v="1736" actId="478"/>
          <ac:picMkLst>
            <pc:docMk/>
            <pc:sldMk cId="2601796612" sldId="269"/>
            <ac:picMk id="8" creationId="{A21A0990-DA74-0FA3-A20E-427D69997CF9}"/>
          </ac:picMkLst>
        </pc:picChg>
        <pc:picChg chg="add mod">
          <ac:chgData name="Akshitha Yasala" userId="1d9c17162ad17213" providerId="LiveId" clId="{2E7EA2EE-788B-4211-975C-CC37B9A741BA}" dt="2026-05-30T10:05:42.077" v="1746" actId="1076"/>
          <ac:picMkLst>
            <pc:docMk/>
            <pc:sldMk cId="2601796612" sldId="269"/>
            <ac:picMk id="9" creationId="{E305D37A-67DA-B510-0101-23D5F5581B65}"/>
          </ac:picMkLst>
        </pc:picChg>
      </pc:sldChg>
      <pc:sldChg chg="modSp add mod">
        <pc:chgData name="Akshitha Yasala" userId="1d9c17162ad17213" providerId="LiveId" clId="{2E7EA2EE-788B-4211-975C-CC37B9A741BA}" dt="2026-05-30T10:16:35.182" v="1850" actId="12"/>
        <pc:sldMkLst>
          <pc:docMk/>
          <pc:sldMk cId="2130863985" sldId="270"/>
        </pc:sldMkLst>
        <pc:spChg chg="mod">
          <ac:chgData name="Akshitha Yasala" userId="1d9c17162ad17213" providerId="LiveId" clId="{2E7EA2EE-788B-4211-975C-CC37B9A741BA}" dt="2026-05-30T10:16:35.182" v="1850" actId="12"/>
          <ac:spMkLst>
            <pc:docMk/>
            <pc:sldMk cId="2130863985" sldId="270"/>
            <ac:spMk id="3" creationId="{E48F0E1E-CF8A-10A3-28DF-E8D1BF1CD77F}"/>
          </ac:spMkLst>
        </pc:spChg>
        <pc:spChg chg="mod">
          <ac:chgData name="Akshitha Yasala" userId="1d9c17162ad17213" providerId="LiveId" clId="{2E7EA2EE-788B-4211-975C-CC37B9A741BA}" dt="2026-05-30T10:15:16.969" v="1835" actId="20577"/>
          <ac:spMkLst>
            <pc:docMk/>
            <pc:sldMk cId="2130863985" sldId="270"/>
            <ac:spMk id="4" creationId="{4E4A8A1D-ACA5-2D1B-55CD-B1D715B9FCD6}"/>
          </ac:spMkLst>
        </pc:spChg>
      </pc:sldChg>
      <pc:sldChg chg="modSp add mod">
        <pc:chgData name="Akshitha Yasala" userId="1d9c17162ad17213" providerId="LiveId" clId="{2E7EA2EE-788B-4211-975C-CC37B9A741BA}" dt="2026-05-30T10:16:47.027" v="1851" actId="1076"/>
        <pc:sldMkLst>
          <pc:docMk/>
          <pc:sldMk cId="3325908926" sldId="271"/>
        </pc:sldMkLst>
        <pc:spChg chg="mod">
          <ac:chgData name="Akshitha Yasala" userId="1d9c17162ad17213" providerId="LiveId" clId="{2E7EA2EE-788B-4211-975C-CC37B9A741BA}" dt="2026-05-30T10:16:47.027" v="1851" actId="1076"/>
          <ac:spMkLst>
            <pc:docMk/>
            <pc:sldMk cId="3325908926" sldId="271"/>
            <ac:spMk id="3" creationId="{AA94BC26-2BCD-3491-D391-28E10170D5BB}"/>
          </ac:spMkLst>
        </pc:spChg>
      </pc:sldChg>
      <pc:sldChg chg="modSp add mod">
        <pc:chgData name="Akshitha Yasala" userId="1d9c17162ad17213" providerId="LiveId" clId="{2E7EA2EE-788B-4211-975C-CC37B9A741BA}" dt="2026-05-30T10:17:58.031" v="1873" actId="20577"/>
        <pc:sldMkLst>
          <pc:docMk/>
          <pc:sldMk cId="1362190725" sldId="272"/>
        </pc:sldMkLst>
        <pc:spChg chg="mod">
          <ac:chgData name="Akshitha Yasala" userId="1d9c17162ad17213" providerId="LiveId" clId="{2E7EA2EE-788B-4211-975C-CC37B9A741BA}" dt="2026-05-30T10:17:37.265" v="1856" actId="21"/>
          <ac:spMkLst>
            <pc:docMk/>
            <pc:sldMk cId="1362190725" sldId="272"/>
            <ac:spMk id="3" creationId="{65149455-CD4E-3C46-1045-AC6077B307C9}"/>
          </ac:spMkLst>
        </pc:spChg>
        <pc:spChg chg="mod">
          <ac:chgData name="Akshitha Yasala" userId="1d9c17162ad17213" providerId="LiveId" clId="{2E7EA2EE-788B-4211-975C-CC37B9A741BA}" dt="2026-05-30T10:17:58.031" v="1873" actId="20577"/>
          <ac:spMkLst>
            <pc:docMk/>
            <pc:sldMk cId="1362190725" sldId="272"/>
            <ac:spMk id="4" creationId="{B9F816F4-B3B8-BE99-E42F-2C39C4ECCF3D}"/>
          </ac:spMkLst>
        </pc:spChg>
      </pc:sldChg>
      <pc:sldChg chg="addSp modSp new">
        <pc:chgData name="Akshitha Yasala" userId="1d9c17162ad17213" providerId="LiveId" clId="{2E7EA2EE-788B-4211-975C-CC37B9A741BA}" dt="2026-05-30T10:18:25.061" v="1875"/>
        <pc:sldMkLst>
          <pc:docMk/>
          <pc:sldMk cId="1027187876" sldId="273"/>
        </pc:sldMkLst>
        <pc:picChg chg="add mod">
          <ac:chgData name="Akshitha Yasala" userId="1d9c17162ad17213" providerId="LiveId" clId="{2E7EA2EE-788B-4211-975C-CC37B9A741BA}" dt="2026-05-30T10:18:25.061" v="1875"/>
          <ac:picMkLst>
            <pc:docMk/>
            <pc:sldMk cId="1027187876" sldId="273"/>
            <ac:picMk id="2" creationId="{F4994E65-00D4-74C4-F762-F1BE20461116}"/>
          </ac:picMkLst>
        </pc:picChg>
      </pc:sldChg>
      <pc:sldChg chg="addSp modSp new">
        <pc:chgData name="Akshitha Yasala" userId="1d9c17162ad17213" providerId="LiveId" clId="{2E7EA2EE-788B-4211-975C-CC37B9A741BA}" dt="2026-05-30T10:18:35.942" v="1877"/>
        <pc:sldMkLst>
          <pc:docMk/>
          <pc:sldMk cId="2124391353" sldId="274"/>
        </pc:sldMkLst>
        <pc:picChg chg="add mod">
          <ac:chgData name="Akshitha Yasala" userId="1d9c17162ad17213" providerId="LiveId" clId="{2E7EA2EE-788B-4211-975C-CC37B9A741BA}" dt="2026-05-30T10:18:35.942" v="1877"/>
          <ac:picMkLst>
            <pc:docMk/>
            <pc:sldMk cId="2124391353" sldId="274"/>
            <ac:picMk id="2" creationId="{1AFE8FEB-E038-7B0F-11C9-78D9DD7A919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28570-AB31-4A44-D3E4-12D26CF32E0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1D8CBF17-76C2-6819-7001-C464A6730F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E5389FB3-BA7F-4CC9-F262-4D917DA14A86}"/>
              </a:ext>
            </a:extLst>
          </p:cNvPr>
          <p:cNvSpPr>
            <a:spLocks noGrp="1"/>
          </p:cNvSpPr>
          <p:nvPr>
            <p:ph type="dt" sz="half" idx="10"/>
          </p:nvPr>
        </p:nvSpPr>
        <p:spPr/>
        <p:txBody>
          <a:bodyPr/>
          <a:lstStyle/>
          <a:p>
            <a:fld id="{17B537C9-9EFE-4C88-AD1E-C60DB51C82F4}" type="datetimeFigureOut">
              <a:rPr lang="en-IN" smtClean="0"/>
              <a:t>30-05-2026</a:t>
            </a:fld>
            <a:endParaRPr lang="en-IN"/>
          </a:p>
        </p:txBody>
      </p:sp>
      <p:sp>
        <p:nvSpPr>
          <p:cNvPr id="5" name="Footer Placeholder 4">
            <a:extLst>
              <a:ext uri="{FF2B5EF4-FFF2-40B4-BE49-F238E27FC236}">
                <a16:creationId xmlns:a16="http://schemas.microsoft.com/office/drawing/2014/main" id="{8F09E095-8DC2-A2EF-5F66-AEA5BD755A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2944E8-D1DC-F5F5-4646-5E1088FC5174}"/>
              </a:ext>
            </a:extLst>
          </p:cNvPr>
          <p:cNvSpPr>
            <a:spLocks noGrp="1"/>
          </p:cNvSpPr>
          <p:nvPr>
            <p:ph type="sldNum" sz="quarter" idx="12"/>
          </p:nvPr>
        </p:nvSpPr>
        <p:spPr/>
        <p:txBody>
          <a:bodyPr/>
          <a:lstStyle/>
          <a:p>
            <a:fld id="{EDF3D6F1-3A2F-4985-9C20-ADF32A4AA9EF}" type="slidenum">
              <a:rPr lang="en-IN" smtClean="0"/>
              <a:t>‹#›</a:t>
            </a:fld>
            <a:endParaRPr lang="en-IN"/>
          </a:p>
        </p:txBody>
      </p:sp>
    </p:spTree>
    <p:extLst>
      <p:ext uri="{BB962C8B-B14F-4D97-AF65-F5344CB8AC3E}">
        <p14:creationId xmlns:p14="http://schemas.microsoft.com/office/powerpoint/2010/main" val="3154858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B1291-2B29-1578-48CF-CED49A966E54}"/>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1D711833-8E1F-3CA4-E3DC-C179D9375FB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A1306774-489F-3FE3-48AF-689FF7C1B27A}"/>
              </a:ext>
            </a:extLst>
          </p:cNvPr>
          <p:cNvSpPr>
            <a:spLocks noGrp="1"/>
          </p:cNvSpPr>
          <p:nvPr>
            <p:ph type="dt" sz="half" idx="10"/>
          </p:nvPr>
        </p:nvSpPr>
        <p:spPr/>
        <p:txBody>
          <a:bodyPr/>
          <a:lstStyle/>
          <a:p>
            <a:fld id="{17B537C9-9EFE-4C88-AD1E-C60DB51C82F4}" type="datetimeFigureOut">
              <a:rPr lang="en-IN" smtClean="0"/>
              <a:t>30-05-2026</a:t>
            </a:fld>
            <a:endParaRPr lang="en-IN"/>
          </a:p>
        </p:txBody>
      </p:sp>
      <p:sp>
        <p:nvSpPr>
          <p:cNvPr id="5" name="Footer Placeholder 4">
            <a:extLst>
              <a:ext uri="{FF2B5EF4-FFF2-40B4-BE49-F238E27FC236}">
                <a16:creationId xmlns:a16="http://schemas.microsoft.com/office/drawing/2014/main" id="{9B333EE8-19E8-A4ED-3CD2-6F545397E8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5C3EA0-5541-D3E4-A81B-D9E0FE221698}"/>
              </a:ext>
            </a:extLst>
          </p:cNvPr>
          <p:cNvSpPr>
            <a:spLocks noGrp="1"/>
          </p:cNvSpPr>
          <p:nvPr>
            <p:ph type="sldNum" sz="quarter" idx="12"/>
          </p:nvPr>
        </p:nvSpPr>
        <p:spPr/>
        <p:txBody>
          <a:bodyPr/>
          <a:lstStyle/>
          <a:p>
            <a:fld id="{EDF3D6F1-3A2F-4985-9C20-ADF32A4AA9EF}" type="slidenum">
              <a:rPr lang="en-IN" smtClean="0"/>
              <a:t>‹#›</a:t>
            </a:fld>
            <a:endParaRPr lang="en-IN"/>
          </a:p>
        </p:txBody>
      </p:sp>
    </p:spTree>
    <p:extLst>
      <p:ext uri="{BB962C8B-B14F-4D97-AF65-F5344CB8AC3E}">
        <p14:creationId xmlns:p14="http://schemas.microsoft.com/office/powerpoint/2010/main" val="2880777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A4A64-C75F-8FBB-8208-5CEB2AE898F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BD600BA3-ACF7-D4AA-7B91-77E59795326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67ED5E9-C189-AFF4-6796-DD2CA64E2598}"/>
              </a:ext>
            </a:extLst>
          </p:cNvPr>
          <p:cNvSpPr>
            <a:spLocks noGrp="1"/>
          </p:cNvSpPr>
          <p:nvPr>
            <p:ph type="dt" sz="half" idx="10"/>
          </p:nvPr>
        </p:nvSpPr>
        <p:spPr/>
        <p:txBody>
          <a:bodyPr/>
          <a:lstStyle/>
          <a:p>
            <a:fld id="{17B537C9-9EFE-4C88-AD1E-C60DB51C82F4}" type="datetimeFigureOut">
              <a:rPr lang="en-IN" smtClean="0"/>
              <a:t>30-05-2026</a:t>
            </a:fld>
            <a:endParaRPr lang="en-IN"/>
          </a:p>
        </p:txBody>
      </p:sp>
      <p:sp>
        <p:nvSpPr>
          <p:cNvPr id="5" name="Footer Placeholder 4">
            <a:extLst>
              <a:ext uri="{FF2B5EF4-FFF2-40B4-BE49-F238E27FC236}">
                <a16:creationId xmlns:a16="http://schemas.microsoft.com/office/drawing/2014/main" id="{8A595D6F-C11A-F615-FC11-1D0CA47010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99ED7A-2931-6F4D-0817-67B653127395}"/>
              </a:ext>
            </a:extLst>
          </p:cNvPr>
          <p:cNvSpPr>
            <a:spLocks noGrp="1"/>
          </p:cNvSpPr>
          <p:nvPr>
            <p:ph type="sldNum" sz="quarter" idx="12"/>
          </p:nvPr>
        </p:nvSpPr>
        <p:spPr/>
        <p:txBody>
          <a:bodyPr/>
          <a:lstStyle/>
          <a:p>
            <a:fld id="{EDF3D6F1-3A2F-4985-9C20-ADF32A4AA9EF}" type="slidenum">
              <a:rPr lang="en-IN" smtClean="0"/>
              <a:t>‹#›</a:t>
            </a:fld>
            <a:endParaRPr lang="en-IN"/>
          </a:p>
        </p:txBody>
      </p:sp>
    </p:spTree>
    <p:extLst>
      <p:ext uri="{BB962C8B-B14F-4D97-AF65-F5344CB8AC3E}">
        <p14:creationId xmlns:p14="http://schemas.microsoft.com/office/powerpoint/2010/main" val="30359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0CB61-ED14-DBDC-7D0D-6AC5C455536F}"/>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533951EF-8F56-8B77-5F00-CDB8099B0CC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B331A2B2-45DE-F48A-0862-336769D0BEF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A78BB6A9-861E-A719-3612-CACF764B30CA}"/>
              </a:ext>
            </a:extLst>
          </p:cNvPr>
          <p:cNvSpPr>
            <a:spLocks noGrp="1"/>
          </p:cNvSpPr>
          <p:nvPr>
            <p:ph type="dt" sz="half" idx="10"/>
          </p:nvPr>
        </p:nvSpPr>
        <p:spPr/>
        <p:txBody>
          <a:bodyPr/>
          <a:lstStyle/>
          <a:p>
            <a:fld id="{17B537C9-9EFE-4C88-AD1E-C60DB51C82F4}" type="datetimeFigureOut">
              <a:rPr lang="en-IN" smtClean="0"/>
              <a:t>30-05-2026</a:t>
            </a:fld>
            <a:endParaRPr lang="en-IN"/>
          </a:p>
        </p:txBody>
      </p:sp>
      <p:sp>
        <p:nvSpPr>
          <p:cNvPr id="6" name="Footer Placeholder 5">
            <a:extLst>
              <a:ext uri="{FF2B5EF4-FFF2-40B4-BE49-F238E27FC236}">
                <a16:creationId xmlns:a16="http://schemas.microsoft.com/office/drawing/2014/main" id="{951A7CA2-5303-BBD4-AF75-0B87E00569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C1798C0-99BD-4E42-2EA8-0671DA2963A7}"/>
              </a:ext>
            </a:extLst>
          </p:cNvPr>
          <p:cNvSpPr>
            <a:spLocks noGrp="1"/>
          </p:cNvSpPr>
          <p:nvPr>
            <p:ph type="sldNum" sz="quarter" idx="12"/>
          </p:nvPr>
        </p:nvSpPr>
        <p:spPr/>
        <p:txBody>
          <a:bodyPr/>
          <a:lstStyle/>
          <a:p>
            <a:fld id="{EDF3D6F1-3A2F-4985-9C20-ADF32A4AA9EF}" type="slidenum">
              <a:rPr lang="en-IN" smtClean="0"/>
              <a:t>‹#›</a:t>
            </a:fld>
            <a:endParaRPr lang="en-IN"/>
          </a:p>
        </p:txBody>
      </p:sp>
    </p:spTree>
    <p:extLst>
      <p:ext uri="{BB962C8B-B14F-4D97-AF65-F5344CB8AC3E}">
        <p14:creationId xmlns:p14="http://schemas.microsoft.com/office/powerpoint/2010/main" val="1945791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2F072-579B-59AF-0A21-687BC3A44C42}"/>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BE095A64-6B01-76BE-9EFD-301ABFB241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1F9576F-6805-CE22-00D9-EE9708EDD01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BBB3D95E-45DC-9902-B62B-512363DDA9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2813AA9-CE36-8BDE-BBBA-48F8DAA2C8D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BD167618-12C3-DD52-4C5B-2BAD94AB58B5}"/>
              </a:ext>
            </a:extLst>
          </p:cNvPr>
          <p:cNvSpPr>
            <a:spLocks noGrp="1"/>
          </p:cNvSpPr>
          <p:nvPr>
            <p:ph type="dt" sz="half" idx="10"/>
          </p:nvPr>
        </p:nvSpPr>
        <p:spPr/>
        <p:txBody>
          <a:bodyPr/>
          <a:lstStyle/>
          <a:p>
            <a:fld id="{17B537C9-9EFE-4C88-AD1E-C60DB51C82F4}" type="datetimeFigureOut">
              <a:rPr lang="en-IN" smtClean="0"/>
              <a:t>30-05-2026</a:t>
            </a:fld>
            <a:endParaRPr lang="en-IN"/>
          </a:p>
        </p:txBody>
      </p:sp>
      <p:sp>
        <p:nvSpPr>
          <p:cNvPr id="8" name="Footer Placeholder 7">
            <a:extLst>
              <a:ext uri="{FF2B5EF4-FFF2-40B4-BE49-F238E27FC236}">
                <a16:creationId xmlns:a16="http://schemas.microsoft.com/office/drawing/2014/main" id="{A9542CC5-A7AB-EA8F-33C8-BD0B1C59E1C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7E64086-7A0C-C107-2833-F29AEDF96CF4}"/>
              </a:ext>
            </a:extLst>
          </p:cNvPr>
          <p:cNvSpPr>
            <a:spLocks noGrp="1"/>
          </p:cNvSpPr>
          <p:nvPr>
            <p:ph type="sldNum" sz="quarter" idx="12"/>
          </p:nvPr>
        </p:nvSpPr>
        <p:spPr/>
        <p:txBody>
          <a:bodyPr/>
          <a:lstStyle/>
          <a:p>
            <a:fld id="{EDF3D6F1-3A2F-4985-9C20-ADF32A4AA9EF}" type="slidenum">
              <a:rPr lang="en-IN" smtClean="0"/>
              <a:t>‹#›</a:t>
            </a:fld>
            <a:endParaRPr lang="en-IN"/>
          </a:p>
        </p:txBody>
      </p:sp>
    </p:spTree>
    <p:extLst>
      <p:ext uri="{BB962C8B-B14F-4D97-AF65-F5344CB8AC3E}">
        <p14:creationId xmlns:p14="http://schemas.microsoft.com/office/powerpoint/2010/main" val="176306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0C78B-1AFF-98E7-7802-B661BF072DD8}"/>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9EA3533A-F954-20E6-255B-1EC57122038C}"/>
              </a:ext>
            </a:extLst>
          </p:cNvPr>
          <p:cNvSpPr>
            <a:spLocks noGrp="1"/>
          </p:cNvSpPr>
          <p:nvPr>
            <p:ph type="dt" sz="half" idx="10"/>
          </p:nvPr>
        </p:nvSpPr>
        <p:spPr/>
        <p:txBody>
          <a:bodyPr/>
          <a:lstStyle/>
          <a:p>
            <a:fld id="{17B537C9-9EFE-4C88-AD1E-C60DB51C82F4}" type="datetimeFigureOut">
              <a:rPr lang="en-IN" smtClean="0"/>
              <a:t>30-05-2026</a:t>
            </a:fld>
            <a:endParaRPr lang="en-IN"/>
          </a:p>
        </p:txBody>
      </p:sp>
      <p:sp>
        <p:nvSpPr>
          <p:cNvPr id="4" name="Footer Placeholder 3">
            <a:extLst>
              <a:ext uri="{FF2B5EF4-FFF2-40B4-BE49-F238E27FC236}">
                <a16:creationId xmlns:a16="http://schemas.microsoft.com/office/drawing/2014/main" id="{E342EAB9-1D1D-4079-F607-1B2894E2F83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6FA4977-8E35-A237-67F6-C21E7674345B}"/>
              </a:ext>
            </a:extLst>
          </p:cNvPr>
          <p:cNvSpPr>
            <a:spLocks noGrp="1"/>
          </p:cNvSpPr>
          <p:nvPr>
            <p:ph type="sldNum" sz="quarter" idx="12"/>
          </p:nvPr>
        </p:nvSpPr>
        <p:spPr/>
        <p:txBody>
          <a:bodyPr/>
          <a:lstStyle/>
          <a:p>
            <a:fld id="{EDF3D6F1-3A2F-4985-9C20-ADF32A4AA9EF}" type="slidenum">
              <a:rPr lang="en-IN" smtClean="0"/>
              <a:t>‹#›</a:t>
            </a:fld>
            <a:endParaRPr lang="en-IN"/>
          </a:p>
        </p:txBody>
      </p:sp>
    </p:spTree>
    <p:extLst>
      <p:ext uri="{BB962C8B-B14F-4D97-AF65-F5344CB8AC3E}">
        <p14:creationId xmlns:p14="http://schemas.microsoft.com/office/powerpoint/2010/main" val="214115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7884AD-D2F7-85F1-EE90-07BEE7A8BF29}"/>
              </a:ext>
            </a:extLst>
          </p:cNvPr>
          <p:cNvSpPr>
            <a:spLocks noGrp="1"/>
          </p:cNvSpPr>
          <p:nvPr>
            <p:ph type="dt" sz="half" idx="10"/>
          </p:nvPr>
        </p:nvSpPr>
        <p:spPr/>
        <p:txBody>
          <a:bodyPr/>
          <a:lstStyle/>
          <a:p>
            <a:fld id="{17B537C9-9EFE-4C88-AD1E-C60DB51C82F4}" type="datetimeFigureOut">
              <a:rPr lang="en-IN" smtClean="0"/>
              <a:t>30-05-2026</a:t>
            </a:fld>
            <a:endParaRPr lang="en-IN"/>
          </a:p>
        </p:txBody>
      </p:sp>
      <p:sp>
        <p:nvSpPr>
          <p:cNvPr id="3" name="Footer Placeholder 2">
            <a:extLst>
              <a:ext uri="{FF2B5EF4-FFF2-40B4-BE49-F238E27FC236}">
                <a16:creationId xmlns:a16="http://schemas.microsoft.com/office/drawing/2014/main" id="{19B0AED2-EB14-9A50-1DF6-729620E169C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CAD8BAD-F5E1-D54B-E40E-B18FC33A8F28}"/>
              </a:ext>
            </a:extLst>
          </p:cNvPr>
          <p:cNvSpPr>
            <a:spLocks noGrp="1"/>
          </p:cNvSpPr>
          <p:nvPr>
            <p:ph type="sldNum" sz="quarter" idx="12"/>
          </p:nvPr>
        </p:nvSpPr>
        <p:spPr/>
        <p:txBody>
          <a:bodyPr/>
          <a:lstStyle/>
          <a:p>
            <a:fld id="{EDF3D6F1-3A2F-4985-9C20-ADF32A4AA9EF}" type="slidenum">
              <a:rPr lang="en-IN" smtClean="0"/>
              <a:t>‹#›</a:t>
            </a:fld>
            <a:endParaRPr lang="en-IN"/>
          </a:p>
        </p:txBody>
      </p:sp>
    </p:spTree>
    <p:extLst>
      <p:ext uri="{BB962C8B-B14F-4D97-AF65-F5344CB8AC3E}">
        <p14:creationId xmlns:p14="http://schemas.microsoft.com/office/powerpoint/2010/main" val="1378406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F764E-FCFE-2C17-6D88-08B72F7826E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E4C9093F-2C52-DCD8-8970-6F7532369A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B7E55595-B52E-9D27-1B61-A8A5DACC99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7F66840-C524-0893-A2AC-6EFEE7203558}"/>
              </a:ext>
            </a:extLst>
          </p:cNvPr>
          <p:cNvSpPr>
            <a:spLocks noGrp="1"/>
          </p:cNvSpPr>
          <p:nvPr>
            <p:ph type="dt" sz="half" idx="10"/>
          </p:nvPr>
        </p:nvSpPr>
        <p:spPr/>
        <p:txBody>
          <a:bodyPr/>
          <a:lstStyle/>
          <a:p>
            <a:fld id="{17B537C9-9EFE-4C88-AD1E-C60DB51C82F4}" type="datetimeFigureOut">
              <a:rPr lang="en-IN" smtClean="0"/>
              <a:t>30-05-2026</a:t>
            </a:fld>
            <a:endParaRPr lang="en-IN"/>
          </a:p>
        </p:txBody>
      </p:sp>
      <p:sp>
        <p:nvSpPr>
          <p:cNvPr id="6" name="Footer Placeholder 5">
            <a:extLst>
              <a:ext uri="{FF2B5EF4-FFF2-40B4-BE49-F238E27FC236}">
                <a16:creationId xmlns:a16="http://schemas.microsoft.com/office/drawing/2014/main" id="{6DF19136-7E6A-1CDD-C07E-FA48E79F6D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CE8336-3C40-F632-444D-98D2E5EC3F70}"/>
              </a:ext>
            </a:extLst>
          </p:cNvPr>
          <p:cNvSpPr>
            <a:spLocks noGrp="1"/>
          </p:cNvSpPr>
          <p:nvPr>
            <p:ph type="sldNum" sz="quarter" idx="12"/>
          </p:nvPr>
        </p:nvSpPr>
        <p:spPr/>
        <p:txBody>
          <a:bodyPr/>
          <a:lstStyle/>
          <a:p>
            <a:fld id="{EDF3D6F1-3A2F-4985-9C20-ADF32A4AA9EF}" type="slidenum">
              <a:rPr lang="en-IN" smtClean="0"/>
              <a:t>‹#›</a:t>
            </a:fld>
            <a:endParaRPr lang="en-IN"/>
          </a:p>
        </p:txBody>
      </p:sp>
    </p:spTree>
    <p:extLst>
      <p:ext uri="{BB962C8B-B14F-4D97-AF65-F5344CB8AC3E}">
        <p14:creationId xmlns:p14="http://schemas.microsoft.com/office/powerpoint/2010/main" val="1747295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5217-4277-5953-E3E4-640C0CDD5DA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0F2FE08A-EDBE-FA9F-353F-D7D322C745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892EF88-8ECB-98B4-3E8A-92832DB4FE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8C1A9B6-143E-EA07-9428-6F0D6754D743}"/>
              </a:ext>
            </a:extLst>
          </p:cNvPr>
          <p:cNvSpPr>
            <a:spLocks noGrp="1"/>
          </p:cNvSpPr>
          <p:nvPr>
            <p:ph type="dt" sz="half" idx="10"/>
          </p:nvPr>
        </p:nvSpPr>
        <p:spPr/>
        <p:txBody>
          <a:bodyPr/>
          <a:lstStyle/>
          <a:p>
            <a:fld id="{17B537C9-9EFE-4C88-AD1E-C60DB51C82F4}" type="datetimeFigureOut">
              <a:rPr lang="en-IN" smtClean="0"/>
              <a:t>30-05-2026</a:t>
            </a:fld>
            <a:endParaRPr lang="en-IN"/>
          </a:p>
        </p:txBody>
      </p:sp>
      <p:sp>
        <p:nvSpPr>
          <p:cNvPr id="6" name="Footer Placeholder 5">
            <a:extLst>
              <a:ext uri="{FF2B5EF4-FFF2-40B4-BE49-F238E27FC236}">
                <a16:creationId xmlns:a16="http://schemas.microsoft.com/office/drawing/2014/main" id="{ACA1F45E-3DFB-82A3-00B1-17333DA3BAA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66AE3C0-B021-42C0-6DE7-35EC47F89E9A}"/>
              </a:ext>
            </a:extLst>
          </p:cNvPr>
          <p:cNvSpPr>
            <a:spLocks noGrp="1"/>
          </p:cNvSpPr>
          <p:nvPr>
            <p:ph type="sldNum" sz="quarter" idx="12"/>
          </p:nvPr>
        </p:nvSpPr>
        <p:spPr/>
        <p:txBody>
          <a:bodyPr/>
          <a:lstStyle/>
          <a:p>
            <a:fld id="{EDF3D6F1-3A2F-4985-9C20-ADF32A4AA9EF}" type="slidenum">
              <a:rPr lang="en-IN" smtClean="0"/>
              <a:t>‹#›</a:t>
            </a:fld>
            <a:endParaRPr lang="en-IN"/>
          </a:p>
        </p:txBody>
      </p:sp>
    </p:spTree>
    <p:extLst>
      <p:ext uri="{BB962C8B-B14F-4D97-AF65-F5344CB8AC3E}">
        <p14:creationId xmlns:p14="http://schemas.microsoft.com/office/powerpoint/2010/main" val="3079850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DEE5-1586-A0D8-EAA9-3E4901964CDD}"/>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0DED81EF-BB5A-18E6-B5B8-2F04D15640D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2CC679ED-8FE7-2A4A-3B11-02E2B0C5C257}"/>
              </a:ext>
            </a:extLst>
          </p:cNvPr>
          <p:cNvSpPr>
            <a:spLocks noGrp="1"/>
          </p:cNvSpPr>
          <p:nvPr>
            <p:ph type="dt" sz="half" idx="10"/>
          </p:nvPr>
        </p:nvSpPr>
        <p:spPr/>
        <p:txBody>
          <a:bodyPr/>
          <a:lstStyle/>
          <a:p>
            <a:fld id="{17B537C9-9EFE-4C88-AD1E-C60DB51C82F4}" type="datetimeFigureOut">
              <a:rPr lang="en-IN" smtClean="0"/>
              <a:t>30-05-2026</a:t>
            </a:fld>
            <a:endParaRPr lang="en-IN"/>
          </a:p>
        </p:txBody>
      </p:sp>
      <p:sp>
        <p:nvSpPr>
          <p:cNvPr id="5" name="Footer Placeholder 4">
            <a:extLst>
              <a:ext uri="{FF2B5EF4-FFF2-40B4-BE49-F238E27FC236}">
                <a16:creationId xmlns:a16="http://schemas.microsoft.com/office/drawing/2014/main" id="{CFF58285-9780-5134-BC05-8BF50EE3C5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2D6B7F-7F2A-DF13-B53C-3863CAF500B2}"/>
              </a:ext>
            </a:extLst>
          </p:cNvPr>
          <p:cNvSpPr>
            <a:spLocks noGrp="1"/>
          </p:cNvSpPr>
          <p:nvPr>
            <p:ph type="sldNum" sz="quarter" idx="12"/>
          </p:nvPr>
        </p:nvSpPr>
        <p:spPr/>
        <p:txBody>
          <a:bodyPr/>
          <a:lstStyle/>
          <a:p>
            <a:fld id="{EDF3D6F1-3A2F-4985-9C20-ADF32A4AA9EF}" type="slidenum">
              <a:rPr lang="en-IN" smtClean="0"/>
              <a:t>‹#›</a:t>
            </a:fld>
            <a:endParaRPr lang="en-IN"/>
          </a:p>
        </p:txBody>
      </p:sp>
    </p:spTree>
    <p:extLst>
      <p:ext uri="{BB962C8B-B14F-4D97-AF65-F5344CB8AC3E}">
        <p14:creationId xmlns:p14="http://schemas.microsoft.com/office/powerpoint/2010/main" val="2777106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34AC51-EAF2-78A7-233E-2D0C212C571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8CC7345E-E4C9-79FF-22EF-10FCBD22BE9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E9977778-AE2F-B28A-48A6-68B5092EECB4}"/>
              </a:ext>
            </a:extLst>
          </p:cNvPr>
          <p:cNvSpPr>
            <a:spLocks noGrp="1"/>
          </p:cNvSpPr>
          <p:nvPr>
            <p:ph type="dt" sz="half" idx="10"/>
          </p:nvPr>
        </p:nvSpPr>
        <p:spPr/>
        <p:txBody>
          <a:bodyPr/>
          <a:lstStyle/>
          <a:p>
            <a:fld id="{17B537C9-9EFE-4C88-AD1E-C60DB51C82F4}" type="datetimeFigureOut">
              <a:rPr lang="en-IN" smtClean="0"/>
              <a:t>30-05-2026</a:t>
            </a:fld>
            <a:endParaRPr lang="en-IN"/>
          </a:p>
        </p:txBody>
      </p:sp>
      <p:sp>
        <p:nvSpPr>
          <p:cNvPr id="5" name="Footer Placeholder 4">
            <a:extLst>
              <a:ext uri="{FF2B5EF4-FFF2-40B4-BE49-F238E27FC236}">
                <a16:creationId xmlns:a16="http://schemas.microsoft.com/office/drawing/2014/main" id="{47C39C80-05A2-EAE1-6CCF-A2E5B368FC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51D797-61D7-ABE2-BC99-13D5299B1CED}"/>
              </a:ext>
            </a:extLst>
          </p:cNvPr>
          <p:cNvSpPr>
            <a:spLocks noGrp="1"/>
          </p:cNvSpPr>
          <p:nvPr>
            <p:ph type="sldNum" sz="quarter" idx="12"/>
          </p:nvPr>
        </p:nvSpPr>
        <p:spPr/>
        <p:txBody>
          <a:bodyPr/>
          <a:lstStyle/>
          <a:p>
            <a:fld id="{EDF3D6F1-3A2F-4985-9C20-ADF32A4AA9EF}" type="slidenum">
              <a:rPr lang="en-IN" smtClean="0"/>
              <a:t>‹#›</a:t>
            </a:fld>
            <a:endParaRPr lang="en-IN"/>
          </a:p>
        </p:txBody>
      </p:sp>
    </p:spTree>
    <p:extLst>
      <p:ext uri="{BB962C8B-B14F-4D97-AF65-F5344CB8AC3E}">
        <p14:creationId xmlns:p14="http://schemas.microsoft.com/office/powerpoint/2010/main" val="990847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EDB757-F711-01C9-872E-C3026DC1C9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B8408B2A-91BB-7400-314B-BFB7E1E1B3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3105CE5E-EDC0-AE09-23B9-00DBD22977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7B537C9-9EFE-4C88-AD1E-C60DB51C82F4}" type="datetimeFigureOut">
              <a:rPr lang="en-IN" smtClean="0"/>
              <a:t>30-05-2026</a:t>
            </a:fld>
            <a:endParaRPr lang="en-IN"/>
          </a:p>
        </p:txBody>
      </p:sp>
      <p:sp>
        <p:nvSpPr>
          <p:cNvPr id="5" name="Footer Placeholder 4">
            <a:extLst>
              <a:ext uri="{FF2B5EF4-FFF2-40B4-BE49-F238E27FC236}">
                <a16:creationId xmlns:a16="http://schemas.microsoft.com/office/drawing/2014/main" id="{E5943124-0548-3BA1-6AAD-C1A8148693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C606F49-90D9-E514-CB37-6DD836D55A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DF3D6F1-3A2F-4985-9C20-ADF32A4AA9EF}" type="slidenum">
              <a:rPr lang="en-IN" smtClean="0"/>
              <a:t>‹#›</a:t>
            </a:fld>
            <a:endParaRPr lang="en-IN"/>
          </a:p>
        </p:txBody>
      </p:sp>
    </p:spTree>
    <p:extLst>
      <p:ext uri="{BB962C8B-B14F-4D97-AF65-F5344CB8AC3E}">
        <p14:creationId xmlns:p14="http://schemas.microsoft.com/office/powerpoint/2010/main" val="30552572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easemytrip.com/?utm_source=chatgpt.com"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www.easemytrip.com/?utm_source=chatgpt.com"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oogle Shape;86;p1">
            <a:extLst>
              <a:ext uri="{FF2B5EF4-FFF2-40B4-BE49-F238E27FC236}">
                <a16:creationId xmlns:a16="http://schemas.microsoft.com/office/drawing/2014/main" id="{868CD2CC-CD76-6A1B-EBB9-54B2931EA9F6}"/>
              </a:ext>
            </a:extLst>
          </p:cNvPr>
          <p:cNvPicPr preferRelativeResize="0"/>
          <p:nvPr/>
        </p:nvPicPr>
        <p:blipFill rotWithShape="1">
          <a:blip r:embed="rId2">
            <a:alphaModFix/>
          </a:blip>
          <a:srcRect/>
          <a:stretch/>
        </p:blipFill>
        <p:spPr>
          <a:xfrm>
            <a:off x="0" y="-157162"/>
            <a:ext cx="12192000" cy="7334250"/>
          </a:xfrm>
          <a:prstGeom prst="rect">
            <a:avLst/>
          </a:prstGeom>
          <a:noFill/>
          <a:ln>
            <a:noFill/>
          </a:ln>
        </p:spPr>
      </p:pic>
      <p:sp>
        <p:nvSpPr>
          <p:cNvPr id="8" name="Google Shape;87;p1">
            <a:extLst>
              <a:ext uri="{FF2B5EF4-FFF2-40B4-BE49-F238E27FC236}">
                <a16:creationId xmlns:a16="http://schemas.microsoft.com/office/drawing/2014/main" id="{9AE7F877-192D-F409-68DB-2A7747154D58}"/>
              </a:ext>
            </a:extLst>
          </p:cNvPr>
          <p:cNvSpPr txBox="1"/>
          <p:nvPr/>
        </p:nvSpPr>
        <p:spPr>
          <a:xfrm flipH="1">
            <a:off x="1524000" y="3767301"/>
            <a:ext cx="9144000" cy="707846"/>
          </a:xfrm>
          <a:prstGeom prst="rect">
            <a:avLst/>
          </a:prstGeom>
          <a:noFill/>
          <a:ln>
            <a:noFill/>
          </a:ln>
        </p:spPr>
        <p:txBody>
          <a:bodyPr spcFirstLastPara="1" wrap="square" lIns="91425" tIns="45700" rIns="91425" bIns="45700" anchor="t" anchorCtr="0">
            <a:spAutoFit/>
          </a:bodyPr>
          <a:lstStyle/>
          <a:p>
            <a:pPr lvl="0" algn="ctr"/>
            <a:r>
              <a:rPr lang="en-US" sz="4000" b="1">
                <a:solidFill>
                  <a:schemeClr val="dk1"/>
                </a:solidFill>
                <a:latin typeface="Calibri"/>
                <a:cs typeface="Calibri"/>
                <a:sym typeface="Calibri"/>
              </a:rPr>
              <a:t>    </a:t>
            </a:r>
            <a:r>
              <a:rPr lang="en-US" sz="4000" b="1">
                <a:latin typeface="Times New Roman" panose="02020603050405020304" pitchFamily="18" charset="0"/>
                <a:cs typeface="Times New Roman" panose="02020603050405020304" pitchFamily="18" charset="0"/>
              </a:rPr>
              <a:t>Flight Price Trend &amp; Demand Analysis</a:t>
            </a:r>
            <a:endParaRPr b="1" dirty="0">
              <a:latin typeface="Times New Roman" panose="02020603050405020304" pitchFamily="18" charset="0"/>
              <a:cs typeface="Times New Roman" panose="02020603050405020304" pitchFamily="18" charset="0"/>
            </a:endParaRPr>
          </a:p>
        </p:txBody>
      </p:sp>
      <p:sp>
        <p:nvSpPr>
          <p:cNvPr id="9" name="Google Shape;88;p1">
            <a:extLst>
              <a:ext uri="{FF2B5EF4-FFF2-40B4-BE49-F238E27FC236}">
                <a16:creationId xmlns:a16="http://schemas.microsoft.com/office/drawing/2014/main" id="{9879675C-4192-001E-8DB6-8FFEEF5119B1}"/>
              </a:ext>
            </a:extLst>
          </p:cNvPr>
          <p:cNvSpPr txBox="1"/>
          <p:nvPr/>
        </p:nvSpPr>
        <p:spPr>
          <a:xfrm flipH="1">
            <a:off x="9460466" y="5610694"/>
            <a:ext cx="4230900" cy="923289"/>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100"/>
              <a:buFont typeface="Arial"/>
              <a:buNone/>
            </a:pPr>
            <a:r>
              <a:rPr lang="en-US" sz="1800" dirty="0">
                <a:solidFill>
                  <a:srgbClr val="1F3864"/>
                </a:solidFill>
                <a:latin typeface="Calibri"/>
                <a:ea typeface="Calibri"/>
                <a:cs typeface="Calibri"/>
                <a:sym typeface="Calibri"/>
              </a:rPr>
              <a:t>Presented by-</a:t>
            </a:r>
          </a:p>
          <a:p>
            <a:pPr marL="0" lvl="0" indent="0" algn="l" rtl="0">
              <a:spcBef>
                <a:spcPts val="0"/>
              </a:spcBef>
              <a:spcAft>
                <a:spcPts val="0"/>
              </a:spcAft>
              <a:buClr>
                <a:schemeClr val="dk1"/>
              </a:buClr>
              <a:buSzPts val="1100"/>
              <a:buFont typeface="Arial"/>
              <a:buNone/>
            </a:pPr>
            <a:r>
              <a:rPr lang="en-US" sz="1800" b="1">
                <a:solidFill>
                  <a:srgbClr val="1F3864"/>
                </a:solidFill>
                <a:latin typeface="Calibri"/>
                <a:ea typeface="Calibri"/>
                <a:cs typeface="Calibri"/>
                <a:sym typeface="Calibri"/>
              </a:rPr>
              <a:t>Akshitha </a:t>
            </a:r>
            <a:r>
              <a:rPr lang="en-US" sz="1800" b="1" dirty="0">
                <a:solidFill>
                  <a:srgbClr val="1F3864"/>
                </a:solidFill>
                <a:latin typeface="Calibri"/>
                <a:ea typeface="Calibri"/>
                <a:cs typeface="Calibri"/>
                <a:sym typeface="Calibri"/>
              </a:rPr>
              <a:t>Yasala</a:t>
            </a:r>
            <a:endParaRPr sz="1800" b="1" dirty="0">
              <a:solidFill>
                <a:srgbClr val="1F3864"/>
              </a:solidFill>
              <a:latin typeface="Calibri"/>
              <a:ea typeface="Calibri"/>
              <a:cs typeface="Calibri"/>
              <a:sym typeface="Calibri"/>
            </a:endParaRPr>
          </a:p>
          <a:p>
            <a:pPr marL="0" lvl="0" indent="0" algn="l" rtl="0">
              <a:spcBef>
                <a:spcPts val="0"/>
              </a:spcBef>
              <a:spcAft>
                <a:spcPts val="0"/>
              </a:spcAft>
              <a:buSzPts val="1100"/>
              <a:buNone/>
            </a:pPr>
            <a:r>
              <a:rPr lang="en-US" sz="1800" dirty="0">
                <a:solidFill>
                  <a:srgbClr val="1F3864"/>
                </a:solidFill>
                <a:latin typeface="Calibri"/>
                <a:ea typeface="Calibri"/>
                <a:cs typeface="Calibri"/>
                <a:sym typeface="Calibri"/>
              </a:rPr>
              <a:t>Batch No. 493</a:t>
            </a:r>
            <a:endParaRPr sz="1800" dirty="0">
              <a:solidFill>
                <a:srgbClr val="1F3864"/>
              </a:solidFill>
              <a:latin typeface="Calibri"/>
              <a:ea typeface="Calibri"/>
              <a:cs typeface="Calibri"/>
              <a:sym typeface="Calibri"/>
            </a:endParaRPr>
          </a:p>
        </p:txBody>
      </p:sp>
      <p:sp>
        <p:nvSpPr>
          <p:cNvPr id="10" name="TextBox 9">
            <a:extLst>
              <a:ext uri="{FF2B5EF4-FFF2-40B4-BE49-F238E27FC236}">
                <a16:creationId xmlns:a16="http://schemas.microsoft.com/office/drawing/2014/main" id="{EF542F09-22E4-57CE-9E58-3517AF7CBF75}"/>
              </a:ext>
            </a:extLst>
          </p:cNvPr>
          <p:cNvSpPr txBox="1"/>
          <p:nvPr/>
        </p:nvSpPr>
        <p:spPr>
          <a:xfrm>
            <a:off x="3490590" y="4581255"/>
            <a:ext cx="5969876" cy="461665"/>
          </a:xfrm>
          <a:prstGeom prst="rect">
            <a:avLst/>
          </a:prstGeom>
          <a:noFill/>
        </p:spPr>
        <p:txBody>
          <a:bodyPr wrap="square" rtlCol="0">
            <a:spAutoFit/>
          </a:bodyPr>
          <a:lstStyle/>
          <a:p>
            <a:r>
              <a:rPr lang="en-US" sz="2400">
                <a:latin typeface="Times New Roman" panose="02020603050405020304" pitchFamily="18" charset="0"/>
                <a:cs typeface="Times New Roman" panose="02020603050405020304" pitchFamily="18" charset="0"/>
              </a:rPr>
              <a:t>Web Scraping &amp; Data Analysis using Python</a:t>
            </a:r>
            <a:endParaRPr lang="en-I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03209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1FB90F0-6D16-0C11-A116-1D7A1418171C}"/>
              </a:ext>
            </a:extLst>
          </p:cNvPr>
          <p:cNvSpPr txBox="1"/>
          <p:nvPr/>
        </p:nvSpPr>
        <p:spPr>
          <a:xfrm>
            <a:off x="567559" y="295438"/>
            <a:ext cx="6747641" cy="523220"/>
          </a:xfrm>
          <a:prstGeom prst="rect">
            <a:avLst/>
          </a:prstGeom>
          <a:noFill/>
        </p:spPr>
        <p:txBody>
          <a:bodyPr wrap="square" rtlCol="0">
            <a:spAutoFit/>
          </a:bodyPr>
          <a:lstStyle/>
          <a:p>
            <a:r>
              <a:rPr lang="en-IN" sz="2800">
                <a:solidFill>
                  <a:srgbClr val="FF0000"/>
                </a:solidFill>
                <a:latin typeface="Times New Roman" panose="02020603050405020304" pitchFamily="18" charset="0"/>
                <a:cs typeface="Times New Roman" panose="02020603050405020304" pitchFamily="18" charset="0"/>
              </a:rPr>
              <a:t>AGENDA</a:t>
            </a:r>
          </a:p>
        </p:txBody>
      </p:sp>
      <p:sp>
        <p:nvSpPr>
          <p:cNvPr id="9" name="TextBox 8">
            <a:extLst>
              <a:ext uri="{FF2B5EF4-FFF2-40B4-BE49-F238E27FC236}">
                <a16:creationId xmlns:a16="http://schemas.microsoft.com/office/drawing/2014/main" id="{764843B2-1640-4938-1671-0BA874C97E96}"/>
              </a:ext>
            </a:extLst>
          </p:cNvPr>
          <p:cNvSpPr txBox="1"/>
          <p:nvPr/>
        </p:nvSpPr>
        <p:spPr>
          <a:xfrm>
            <a:off x="567559" y="935422"/>
            <a:ext cx="6642538" cy="379187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a:t>Business Problem</a:t>
            </a:r>
          </a:p>
          <a:p>
            <a:pPr marL="285750" indent="-285750">
              <a:lnSpc>
                <a:spcPct val="150000"/>
              </a:lnSpc>
              <a:buFont typeface="Arial" panose="020B0604020202020204" pitchFamily="34" charset="0"/>
              <a:buChar char="•"/>
            </a:pPr>
            <a:r>
              <a:rPr lang="en-IN"/>
              <a:t>Problem Statement</a:t>
            </a:r>
          </a:p>
          <a:p>
            <a:pPr marL="285750" indent="-285750">
              <a:lnSpc>
                <a:spcPct val="150000"/>
              </a:lnSpc>
              <a:buFont typeface="Arial" panose="020B0604020202020204" pitchFamily="34" charset="0"/>
              <a:buChar char="•"/>
            </a:pPr>
            <a:r>
              <a:rPr lang="en-IN"/>
              <a:t>Data Collection Using Web Scraping from easemytrip.com</a:t>
            </a:r>
          </a:p>
          <a:p>
            <a:pPr marL="285750" indent="-285750">
              <a:lnSpc>
                <a:spcPct val="150000"/>
              </a:lnSpc>
              <a:buFont typeface="Arial" panose="020B0604020202020204" pitchFamily="34" charset="0"/>
              <a:buChar char="•"/>
            </a:pPr>
            <a:r>
              <a:rPr lang="en-IN"/>
              <a:t>Data Preprocessing and Data Cleaning</a:t>
            </a:r>
          </a:p>
          <a:p>
            <a:pPr marL="285750" indent="-285750">
              <a:lnSpc>
                <a:spcPct val="150000"/>
              </a:lnSpc>
              <a:buFont typeface="Arial" panose="020B0604020202020204" pitchFamily="34" charset="0"/>
              <a:buChar char="•"/>
            </a:pPr>
            <a:r>
              <a:rPr lang="en-IN"/>
              <a:t>Visualizations</a:t>
            </a:r>
          </a:p>
          <a:p>
            <a:pPr marL="285750" indent="-285750">
              <a:lnSpc>
                <a:spcPct val="150000"/>
              </a:lnSpc>
              <a:buFont typeface="Arial" panose="020B0604020202020204" pitchFamily="34" charset="0"/>
              <a:buChar char="•"/>
            </a:pPr>
            <a:r>
              <a:rPr lang="en-IN"/>
              <a:t>Hypothesis Testing</a:t>
            </a:r>
          </a:p>
          <a:p>
            <a:pPr marL="285750" indent="-285750">
              <a:lnSpc>
                <a:spcPct val="150000"/>
              </a:lnSpc>
              <a:buFont typeface="Arial" panose="020B0604020202020204" pitchFamily="34" charset="0"/>
              <a:buChar char="•"/>
            </a:pPr>
            <a:r>
              <a:rPr lang="en-IN"/>
              <a:t>Key Insights and Findings</a:t>
            </a:r>
          </a:p>
          <a:p>
            <a:pPr marL="285750" indent="-285750">
              <a:lnSpc>
                <a:spcPct val="150000"/>
              </a:lnSpc>
              <a:buFont typeface="Arial" panose="020B0604020202020204" pitchFamily="34" charset="0"/>
              <a:buChar char="•"/>
            </a:pPr>
            <a:r>
              <a:rPr lang="en-IN"/>
              <a:t>Future Enhancements</a:t>
            </a:r>
          </a:p>
          <a:p>
            <a:pPr marL="285750" indent="-285750">
              <a:lnSpc>
                <a:spcPct val="150000"/>
              </a:lnSpc>
              <a:buFont typeface="Arial" panose="020B0604020202020204" pitchFamily="34" charset="0"/>
              <a:buChar char="•"/>
            </a:pPr>
            <a:r>
              <a:rPr lang="en-IN"/>
              <a:t>Conclusion</a:t>
            </a:r>
          </a:p>
        </p:txBody>
      </p:sp>
    </p:spTree>
    <p:extLst>
      <p:ext uri="{BB962C8B-B14F-4D97-AF65-F5344CB8AC3E}">
        <p14:creationId xmlns:p14="http://schemas.microsoft.com/office/powerpoint/2010/main" val="3019452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6C38279-1B2A-8BFD-604C-F15A2E84D402}"/>
              </a:ext>
            </a:extLst>
          </p:cNvPr>
          <p:cNvSpPr txBox="1"/>
          <p:nvPr/>
        </p:nvSpPr>
        <p:spPr>
          <a:xfrm>
            <a:off x="588581" y="567559"/>
            <a:ext cx="4067502" cy="523220"/>
          </a:xfrm>
          <a:prstGeom prst="rect">
            <a:avLst/>
          </a:prstGeom>
          <a:noFill/>
        </p:spPr>
        <p:txBody>
          <a:bodyPr wrap="square" rtlCol="0">
            <a:spAutoFit/>
          </a:bodyPr>
          <a:lstStyle/>
          <a:p>
            <a:r>
              <a:rPr lang="en-IN" sz="2800">
                <a:solidFill>
                  <a:srgbClr val="FF0000"/>
                </a:solidFill>
                <a:latin typeface="Times New Roman" panose="02020603050405020304" pitchFamily="18" charset="0"/>
                <a:cs typeface="Times New Roman" panose="02020603050405020304" pitchFamily="18" charset="0"/>
              </a:rPr>
              <a:t>BUSINESS PROBLEM</a:t>
            </a:r>
          </a:p>
        </p:txBody>
      </p:sp>
      <p:sp>
        <p:nvSpPr>
          <p:cNvPr id="7" name="TextBox 6">
            <a:extLst>
              <a:ext uri="{FF2B5EF4-FFF2-40B4-BE49-F238E27FC236}">
                <a16:creationId xmlns:a16="http://schemas.microsoft.com/office/drawing/2014/main" id="{DF4CED33-8E63-44E0-D83A-5A36F17D1316}"/>
              </a:ext>
            </a:extLst>
          </p:cNvPr>
          <p:cNvSpPr txBox="1"/>
          <p:nvPr/>
        </p:nvSpPr>
        <p:spPr>
          <a:xfrm>
            <a:off x="157655" y="1164352"/>
            <a:ext cx="11624440" cy="2741776"/>
          </a:xfrm>
          <a:prstGeom prst="rect">
            <a:avLst/>
          </a:prstGeom>
          <a:noFill/>
        </p:spPr>
        <p:txBody>
          <a:bodyPr wrap="square" rtlCol="0" anchor="ctr">
            <a:spAutoFit/>
          </a:bodyPr>
          <a:lstStyle/>
          <a:p>
            <a:pPr lvl="1">
              <a:lnSpc>
                <a:spcPct val="250000"/>
              </a:lnSpc>
            </a:pPr>
            <a:r>
              <a:rPr lang="en-US">
                <a:latin typeface="Arial" panose="020B0604020202020204" pitchFamily="34" charset="0"/>
                <a:cs typeface="Arial" panose="020B0604020202020204" pitchFamily="34" charset="0"/>
              </a:rPr>
              <a:t>Customers face difficulty in predicting airline ticket prices because prices fluctuate dynamically based on demand and market conditions. There is no easy way to identify the best time to book affordable flights.</a:t>
            </a:r>
          </a:p>
          <a:p>
            <a:pPr lvl="1">
              <a:lnSpc>
                <a:spcPct val="250000"/>
              </a:lnSpc>
            </a:pPr>
            <a:r>
              <a:rPr lang="en-US">
                <a:latin typeface="Arial" panose="020B0604020202020204" pitchFamily="34" charset="0"/>
                <a:cs typeface="Arial" panose="020B0604020202020204" pitchFamily="34" charset="0"/>
              </a:rPr>
              <a:t>The business problem is to analyze flight pricing patterns and demand trends using scraped airline data to generate meaningful insights that support better travel planning and pricing decisions.</a:t>
            </a:r>
          </a:p>
        </p:txBody>
      </p:sp>
    </p:spTree>
    <p:extLst>
      <p:ext uri="{BB962C8B-B14F-4D97-AF65-F5344CB8AC3E}">
        <p14:creationId xmlns:p14="http://schemas.microsoft.com/office/powerpoint/2010/main" val="3359818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514CB8-F335-C00F-24F5-82BB7C4D9585}"/>
              </a:ext>
            </a:extLst>
          </p:cNvPr>
          <p:cNvSpPr txBox="1"/>
          <p:nvPr/>
        </p:nvSpPr>
        <p:spPr>
          <a:xfrm>
            <a:off x="693683" y="378372"/>
            <a:ext cx="6337738" cy="523220"/>
          </a:xfrm>
          <a:prstGeom prst="rect">
            <a:avLst/>
          </a:prstGeom>
          <a:noFill/>
        </p:spPr>
        <p:txBody>
          <a:bodyPr wrap="square" rtlCol="0">
            <a:spAutoFit/>
          </a:bodyPr>
          <a:lstStyle/>
          <a:p>
            <a:r>
              <a:rPr lang="en-IN" sz="2800">
                <a:solidFill>
                  <a:srgbClr val="FF0000"/>
                </a:solidFill>
                <a:latin typeface="Times New Roman" panose="02020603050405020304" pitchFamily="18" charset="0"/>
                <a:cs typeface="Times New Roman" panose="02020603050405020304" pitchFamily="18" charset="0"/>
              </a:rPr>
              <a:t>PROBLEM STATEMENT</a:t>
            </a:r>
          </a:p>
        </p:txBody>
      </p:sp>
      <p:sp>
        <p:nvSpPr>
          <p:cNvPr id="3" name="TextBox 2">
            <a:extLst>
              <a:ext uri="{FF2B5EF4-FFF2-40B4-BE49-F238E27FC236}">
                <a16:creationId xmlns:a16="http://schemas.microsoft.com/office/drawing/2014/main" id="{E1B6F536-DF3D-45F6-ED54-657D4CB8DD0F}"/>
              </a:ext>
            </a:extLst>
          </p:cNvPr>
          <p:cNvSpPr txBox="1"/>
          <p:nvPr/>
        </p:nvSpPr>
        <p:spPr>
          <a:xfrm>
            <a:off x="693683" y="1408386"/>
            <a:ext cx="10741572" cy="2060629"/>
          </a:xfrm>
          <a:prstGeom prst="rect">
            <a:avLst/>
          </a:prstGeom>
          <a:noFill/>
        </p:spPr>
        <p:txBody>
          <a:bodyPr wrap="square" rtlCol="0">
            <a:spAutoFit/>
          </a:bodyPr>
          <a:lstStyle/>
          <a:p>
            <a:pPr>
              <a:lnSpc>
                <a:spcPct val="250000"/>
              </a:lnSpc>
            </a:pPr>
            <a:r>
              <a:rPr lang="en-US"/>
              <a:t>This project aims to collect real-time flight data from </a:t>
            </a:r>
            <a:r>
              <a:rPr lang="en-US">
                <a:hlinkClick r:id="rId2"/>
              </a:rPr>
              <a:t>EaseMyTrip</a:t>
            </a:r>
            <a:r>
              <a:rPr lang="en-US"/>
              <a:t> through web scraping and analyze pricing trends, customer demand patterns, and airline fare behavior using data analytics techniques. The insights generated will help users make cost-effective travel decisions and understand market pricing strategies.</a:t>
            </a:r>
            <a:endParaRPr lang="en-IN"/>
          </a:p>
        </p:txBody>
      </p:sp>
    </p:spTree>
    <p:extLst>
      <p:ext uri="{BB962C8B-B14F-4D97-AF65-F5344CB8AC3E}">
        <p14:creationId xmlns:p14="http://schemas.microsoft.com/office/powerpoint/2010/main" val="3730993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8909C6-7FD4-9D66-798C-D3B405C0193F}"/>
              </a:ext>
            </a:extLst>
          </p:cNvPr>
          <p:cNvSpPr txBox="1"/>
          <p:nvPr/>
        </p:nvSpPr>
        <p:spPr>
          <a:xfrm>
            <a:off x="525517" y="193706"/>
            <a:ext cx="9616966" cy="523220"/>
          </a:xfrm>
          <a:prstGeom prst="rect">
            <a:avLst/>
          </a:prstGeom>
          <a:noFill/>
        </p:spPr>
        <p:txBody>
          <a:bodyPr wrap="square" rtlCol="0">
            <a:spAutoFit/>
          </a:bodyPr>
          <a:lstStyle/>
          <a:p>
            <a:r>
              <a:rPr lang="en-IN" sz="2800">
                <a:solidFill>
                  <a:srgbClr val="FF0000"/>
                </a:solidFill>
                <a:latin typeface="Times New Roman" panose="02020603050405020304" pitchFamily="18" charset="0"/>
                <a:cs typeface="Times New Roman" panose="02020603050405020304" pitchFamily="18" charset="0"/>
              </a:rPr>
              <a:t>Data Collection Using WebScraping from </a:t>
            </a:r>
            <a:r>
              <a:rPr lang="en-US" sz="2800">
                <a:solidFill>
                  <a:schemeClr val="tx2">
                    <a:lumMod val="75000"/>
                    <a:lumOff val="25000"/>
                  </a:schemeClr>
                </a:solidFill>
                <a:hlinkClick r:id="rId2">
                  <a:extLst>
                    <a:ext uri="{A12FA001-AC4F-418D-AE19-62706E023703}">
                      <ahyp:hlinkClr xmlns:ahyp="http://schemas.microsoft.com/office/drawing/2018/hyperlinkcolor" val="tx"/>
                    </a:ext>
                  </a:extLst>
                </a:hlinkClick>
              </a:rPr>
              <a:t>EaseMyTrip</a:t>
            </a:r>
            <a:r>
              <a:rPr lang="en-US" sz="2800">
                <a:solidFill>
                  <a:srgbClr val="FF0000"/>
                </a:solidFill>
              </a:rPr>
              <a:t> </a:t>
            </a:r>
            <a:r>
              <a:rPr lang="en-US" sz="2800">
                <a:solidFill>
                  <a:srgbClr val="FF0000"/>
                </a:solidFill>
                <a:latin typeface="Times New Roman" panose="02020603050405020304" pitchFamily="18" charset="0"/>
                <a:cs typeface="Times New Roman" panose="02020603050405020304" pitchFamily="18" charset="0"/>
              </a:rPr>
              <a:t>Website </a:t>
            </a:r>
            <a:endParaRPr lang="en-IN" sz="2800">
              <a:solidFill>
                <a:srgbClr val="FF000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7BF546A-D2A2-BC96-6C86-6D466569BB10}"/>
              </a:ext>
            </a:extLst>
          </p:cNvPr>
          <p:cNvSpPr txBox="1"/>
          <p:nvPr/>
        </p:nvSpPr>
        <p:spPr>
          <a:xfrm>
            <a:off x="525517" y="909816"/>
            <a:ext cx="8534400" cy="5038367"/>
          </a:xfrm>
          <a:prstGeom prst="rect">
            <a:avLst/>
          </a:prstGeom>
          <a:noFill/>
        </p:spPr>
        <p:txBody>
          <a:bodyPr wrap="square" rtlCol="0">
            <a:spAutoFit/>
          </a:bodyPr>
          <a:lstStyle/>
          <a:p>
            <a:pPr>
              <a:lnSpc>
                <a:spcPct val="150000"/>
              </a:lnSpc>
            </a:pPr>
            <a:r>
              <a:rPr lang="en-US"/>
              <a:t>Collected real-time flight data from the EaseMyTrip website using Web Scraping techniques Extracted important attributes such as: </a:t>
            </a:r>
          </a:p>
          <a:p>
            <a:pPr marL="285750" indent="-285750">
              <a:lnSpc>
                <a:spcPct val="150000"/>
              </a:lnSpc>
              <a:buFont typeface="Wingdings" panose="05000000000000000000" pitchFamily="2" charset="2"/>
              <a:buChar char="§"/>
            </a:pPr>
            <a:r>
              <a:rPr lang="en-US"/>
              <a:t>Airline Name </a:t>
            </a:r>
          </a:p>
          <a:p>
            <a:pPr marL="285750" indent="-285750">
              <a:lnSpc>
                <a:spcPct val="150000"/>
              </a:lnSpc>
              <a:buFont typeface="Wingdings" panose="05000000000000000000" pitchFamily="2" charset="2"/>
              <a:buChar char="§"/>
            </a:pPr>
            <a:r>
              <a:rPr lang="en-US"/>
              <a:t>Source &amp; Destination </a:t>
            </a:r>
          </a:p>
          <a:p>
            <a:pPr marL="285750" indent="-285750">
              <a:lnSpc>
                <a:spcPct val="150000"/>
              </a:lnSpc>
              <a:buFont typeface="Wingdings" panose="05000000000000000000" pitchFamily="2" charset="2"/>
              <a:buChar char="§"/>
            </a:pPr>
            <a:r>
              <a:rPr lang="en-US"/>
              <a:t>Departure and Arrival Time </a:t>
            </a:r>
          </a:p>
          <a:p>
            <a:pPr marL="285750" indent="-285750">
              <a:lnSpc>
                <a:spcPct val="150000"/>
              </a:lnSpc>
              <a:buFont typeface="Wingdings" panose="05000000000000000000" pitchFamily="2" charset="2"/>
              <a:buChar char="§"/>
            </a:pPr>
            <a:r>
              <a:rPr lang="en-US"/>
              <a:t>Flight Duration </a:t>
            </a:r>
          </a:p>
          <a:p>
            <a:pPr marL="285750" indent="-285750">
              <a:lnSpc>
                <a:spcPct val="150000"/>
              </a:lnSpc>
              <a:buFont typeface="Wingdings" panose="05000000000000000000" pitchFamily="2" charset="2"/>
              <a:buChar char="§"/>
            </a:pPr>
            <a:r>
              <a:rPr lang="en-US"/>
              <a:t>Ticket Price </a:t>
            </a:r>
          </a:p>
          <a:p>
            <a:pPr marL="285750" indent="-285750">
              <a:lnSpc>
                <a:spcPct val="150000"/>
              </a:lnSpc>
              <a:buFont typeface="Wingdings" panose="05000000000000000000" pitchFamily="2" charset="2"/>
              <a:buChar char="§"/>
            </a:pPr>
            <a:r>
              <a:rPr lang="en-US"/>
              <a:t>Travel Date </a:t>
            </a:r>
          </a:p>
          <a:p>
            <a:pPr>
              <a:lnSpc>
                <a:spcPct val="150000"/>
              </a:lnSpc>
            </a:pPr>
            <a:r>
              <a:rPr lang="en-US"/>
              <a:t>Used Python libraries: </a:t>
            </a:r>
          </a:p>
          <a:p>
            <a:pPr marL="285750" indent="-285750">
              <a:lnSpc>
                <a:spcPct val="150000"/>
              </a:lnSpc>
              <a:buFont typeface="Wingdings" panose="05000000000000000000" pitchFamily="2" charset="2"/>
              <a:buChar char="§"/>
            </a:pPr>
            <a:r>
              <a:rPr lang="en-US"/>
              <a:t>Selenium </a:t>
            </a:r>
          </a:p>
          <a:p>
            <a:pPr marL="285750" indent="-285750">
              <a:lnSpc>
                <a:spcPct val="150000"/>
              </a:lnSpc>
              <a:buFont typeface="Wingdings" panose="05000000000000000000" pitchFamily="2" charset="2"/>
              <a:buChar char="§"/>
            </a:pPr>
            <a:r>
              <a:rPr lang="en-US"/>
              <a:t>Regex</a:t>
            </a:r>
          </a:p>
          <a:p>
            <a:pPr marL="285750" indent="-285750">
              <a:lnSpc>
                <a:spcPct val="150000"/>
              </a:lnSpc>
              <a:buFont typeface="Wingdings" panose="05000000000000000000" pitchFamily="2" charset="2"/>
              <a:buChar char="§"/>
            </a:pPr>
            <a:r>
              <a:rPr lang="en-US"/>
              <a:t>Pandas </a:t>
            </a:r>
          </a:p>
        </p:txBody>
      </p:sp>
      <p:pic>
        <p:nvPicPr>
          <p:cNvPr id="3" name="Picture 2" descr="Flight Stock Photos, Images and Backgrounds for Free Download">
            <a:extLst>
              <a:ext uri="{FF2B5EF4-FFF2-40B4-BE49-F238E27FC236}">
                <a16:creationId xmlns:a16="http://schemas.microsoft.com/office/drawing/2014/main" id="{445EF7E5-2064-11DD-39C7-3DCD574924C7}"/>
              </a:ext>
            </a:extLst>
          </p:cNvPr>
          <p:cNvPicPr>
            <a:picLocks noChangeAspect="1"/>
          </p:cNvPicPr>
          <p:nvPr/>
        </p:nvPicPr>
        <p:blipFill>
          <a:blip r:embed="rId3"/>
          <a:stretch>
            <a:fillRect/>
          </a:stretch>
        </p:blipFill>
        <p:spPr>
          <a:xfrm>
            <a:off x="5873969" y="1731578"/>
            <a:ext cx="5792514" cy="4409495"/>
          </a:xfrm>
          <a:prstGeom prst="rect">
            <a:avLst/>
          </a:prstGeom>
        </p:spPr>
      </p:pic>
    </p:spTree>
    <p:extLst>
      <p:ext uri="{BB962C8B-B14F-4D97-AF65-F5344CB8AC3E}">
        <p14:creationId xmlns:p14="http://schemas.microsoft.com/office/powerpoint/2010/main" val="3729474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7B9B936-E287-94EF-A3AC-96CD0175E341}"/>
              </a:ext>
            </a:extLst>
          </p:cNvPr>
          <p:cNvSpPr txBox="1"/>
          <p:nvPr/>
        </p:nvSpPr>
        <p:spPr>
          <a:xfrm>
            <a:off x="515008" y="441434"/>
            <a:ext cx="6096000" cy="523220"/>
          </a:xfrm>
          <a:prstGeom prst="rect">
            <a:avLst/>
          </a:prstGeom>
          <a:noFill/>
        </p:spPr>
        <p:txBody>
          <a:bodyPr wrap="square" rtlCol="0">
            <a:spAutoFit/>
          </a:bodyPr>
          <a:lstStyle/>
          <a:p>
            <a:r>
              <a:rPr lang="en-IN" sz="2800">
                <a:solidFill>
                  <a:srgbClr val="FF0000"/>
                </a:solidFill>
                <a:latin typeface="Times New Roman" panose="02020603050405020304" pitchFamily="18" charset="0"/>
                <a:cs typeface="Times New Roman" panose="02020603050405020304" pitchFamily="18" charset="0"/>
              </a:rPr>
              <a:t>Data Preprocessing and Data Cleaning</a:t>
            </a:r>
          </a:p>
        </p:txBody>
      </p:sp>
      <p:sp>
        <p:nvSpPr>
          <p:cNvPr id="2" name="TextBox 1">
            <a:extLst>
              <a:ext uri="{FF2B5EF4-FFF2-40B4-BE49-F238E27FC236}">
                <a16:creationId xmlns:a16="http://schemas.microsoft.com/office/drawing/2014/main" id="{CF32251E-BC79-0BA4-342F-7D436BDA9E04}"/>
              </a:ext>
            </a:extLst>
          </p:cNvPr>
          <p:cNvSpPr txBox="1"/>
          <p:nvPr/>
        </p:nvSpPr>
        <p:spPr>
          <a:xfrm>
            <a:off x="599089" y="1132489"/>
            <a:ext cx="6011920" cy="5003742"/>
          </a:xfrm>
          <a:prstGeom prst="rect">
            <a:avLst/>
          </a:prstGeom>
          <a:noFill/>
        </p:spPr>
        <p:txBody>
          <a:bodyPr wrap="square" rtlCol="0">
            <a:spAutoFit/>
          </a:bodyPr>
          <a:lstStyle/>
          <a:p>
            <a:pPr marL="285750" indent="-285750">
              <a:lnSpc>
                <a:spcPct val="200000"/>
              </a:lnSpc>
              <a:buFont typeface="Wingdings" panose="05000000000000000000" pitchFamily="2" charset="2"/>
              <a:buChar char="§"/>
            </a:pPr>
            <a:r>
              <a:rPr lang="en-IN"/>
              <a:t>Checked dataset structure using: </a:t>
            </a:r>
          </a:p>
          <a:p>
            <a:pPr>
              <a:lnSpc>
                <a:spcPct val="200000"/>
              </a:lnSpc>
            </a:pPr>
            <a:r>
              <a:rPr lang="en-IN"/>
              <a:t>                 .info() </a:t>
            </a:r>
          </a:p>
          <a:p>
            <a:pPr>
              <a:lnSpc>
                <a:spcPct val="200000"/>
              </a:lnSpc>
            </a:pPr>
            <a:r>
              <a:rPr lang="en-IN"/>
              <a:t>                 .describe() </a:t>
            </a:r>
          </a:p>
          <a:p>
            <a:pPr>
              <a:lnSpc>
                <a:spcPct val="200000"/>
              </a:lnSpc>
            </a:pPr>
            <a:r>
              <a:rPr lang="en-IN"/>
              <a:t>                 .isnull() </a:t>
            </a:r>
          </a:p>
          <a:p>
            <a:pPr marL="285750" indent="-285750">
              <a:lnSpc>
                <a:spcPct val="200000"/>
              </a:lnSpc>
              <a:buFont typeface="Wingdings" panose="05000000000000000000" pitchFamily="2" charset="2"/>
              <a:buChar char="§"/>
            </a:pPr>
            <a:r>
              <a:rPr lang="en-IN"/>
              <a:t>Handled missing values </a:t>
            </a:r>
          </a:p>
          <a:p>
            <a:pPr marL="285750" indent="-285750">
              <a:lnSpc>
                <a:spcPct val="200000"/>
              </a:lnSpc>
              <a:buFont typeface="Wingdings" panose="05000000000000000000" pitchFamily="2" charset="2"/>
              <a:buChar char="§"/>
            </a:pPr>
            <a:r>
              <a:rPr lang="en-IN"/>
              <a:t>Removed duplicate records </a:t>
            </a:r>
          </a:p>
          <a:p>
            <a:pPr marL="285750" indent="-285750">
              <a:lnSpc>
                <a:spcPct val="200000"/>
              </a:lnSpc>
              <a:buFont typeface="Wingdings" panose="05000000000000000000" pitchFamily="2" charset="2"/>
              <a:buChar char="§"/>
            </a:pPr>
            <a:r>
              <a:rPr lang="en-IN"/>
              <a:t>Converted columns into proper data types </a:t>
            </a:r>
          </a:p>
          <a:p>
            <a:pPr marL="285750" indent="-285750">
              <a:lnSpc>
                <a:spcPct val="200000"/>
              </a:lnSpc>
              <a:buFont typeface="Wingdings" panose="05000000000000000000" pitchFamily="2" charset="2"/>
              <a:buChar char="§"/>
            </a:pPr>
            <a:r>
              <a:rPr lang="en-IN"/>
              <a:t>Standardized text formatting</a:t>
            </a:r>
          </a:p>
          <a:p>
            <a:pPr marL="285750" indent="-285750">
              <a:lnSpc>
                <a:spcPct val="200000"/>
              </a:lnSpc>
              <a:buFont typeface="Wingdings" panose="05000000000000000000" pitchFamily="2" charset="2"/>
              <a:buChar char="§"/>
            </a:pPr>
            <a:r>
              <a:rPr lang="en-IN"/>
              <a:t> Performed feature engineering</a:t>
            </a:r>
          </a:p>
        </p:txBody>
      </p:sp>
      <p:sp>
        <p:nvSpPr>
          <p:cNvPr id="5" name="TextBox 4">
            <a:extLst>
              <a:ext uri="{FF2B5EF4-FFF2-40B4-BE49-F238E27FC236}">
                <a16:creationId xmlns:a16="http://schemas.microsoft.com/office/drawing/2014/main" id="{E7C81CC0-F4EB-5640-D3B3-5AC9CDB7C87E}"/>
              </a:ext>
            </a:extLst>
          </p:cNvPr>
          <p:cNvSpPr txBox="1"/>
          <p:nvPr/>
        </p:nvSpPr>
        <p:spPr>
          <a:xfrm>
            <a:off x="3048000" y="3246961"/>
            <a:ext cx="6096000" cy="369332"/>
          </a:xfrm>
          <a:prstGeom prst="rect">
            <a:avLst/>
          </a:prstGeom>
          <a:noFill/>
        </p:spPr>
        <p:txBody>
          <a:bodyPr wrap="square">
            <a:spAutoFit/>
          </a:bodyPr>
          <a:lstStyle/>
          <a:p>
            <a:endParaRPr lang="en-IN"/>
          </a:p>
        </p:txBody>
      </p:sp>
    </p:spTree>
    <p:extLst>
      <p:ext uri="{BB962C8B-B14F-4D97-AF65-F5344CB8AC3E}">
        <p14:creationId xmlns:p14="http://schemas.microsoft.com/office/powerpoint/2010/main" val="2322201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4DC257-9AEC-277C-4DCC-6415BEF06CDF}"/>
              </a:ext>
            </a:extLst>
          </p:cNvPr>
          <p:cNvSpPr txBox="1"/>
          <p:nvPr/>
        </p:nvSpPr>
        <p:spPr>
          <a:xfrm>
            <a:off x="504497" y="125072"/>
            <a:ext cx="11456275" cy="4901598"/>
          </a:xfrm>
          <a:prstGeom prst="rect">
            <a:avLst/>
          </a:prstGeom>
          <a:noFill/>
        </p:spPr>
        <p:txBody>
          <a:bodyPr wrap="square">
            <a:spAutoFit/>
          </a:bodyPr>
          <a:lstStyle/>
          <a:p>
            <a:endParaRPr lang="en-US" b="1">
              <a:latin typeface="Times New Roman" panose="02020603050405020304" pitchFamily="18" charset="0"/>
              <a:cs typeface="Times New Roman" panose="02020603050405020304" pitchFamily="18" charset="0"/>
            </a:endParaRPr>
          </a:p>
          <a:p>
            <a:pPr>
              <a:lnSpc>
                <a:spcPct val="150000"/>
              </a:lnSpc>
            </a:pPr>
            <a:r>
              <a:rPr lang="en-IN" sz="2000" b="1">
                <a:latin typeface="Times New Roman" panose="02020603050405020304" pitchFamily="18" charset="0"/>
                <a:cs typeface="Times New Roman" panose="02020603050405020304" pitchFamily="18" charset="0"/>
              </a:rPr>
              <a:t>Tools Used for EDA</a:t>
            </a:r>
          </a:p>
          <a:p>
            <a:pPr marL="285750" indent="-285750">
              <a:lnSpc>
                <a:spcPct val="150000"/>
              </a:lnSpc>
              <a:buFont typeface="Wingdings" panose="05000000000000000000" pitchFamily="2" charset="2"/>
              <a:buChar char="§"/>
            </a:pPr>
            <a:r>
              <a:rPr lang="en-IN">
                <a:latin typeface="Times New Roman" panose="02020603050405020304" pitchFamily="18" charset="0"/>
                <a:cs typeface="Times New Roman" panose="02020603050405020304" pitchFamily="18" charset="0"/>
              </a:rPr>
              <a:t>Python</a:t>
            </a:r>
          </a:p>
          <a:p>
            <a:pPr marL="285750" indent="-285750">
              <a:lnSpc>
                <a:spcPct val="150000"/>
              </a:lnSpc>
              <a:buFont typeface="Wingdings" panose="05000000000000000000" pitchFamily="2" charset="2"/>
              <a:buChar char="§"/>
            </a:pPr>
            <a:r>
              <a:rPr lang="en-IN">
                <a:latin typeface="Times New Roman" panose="02020603050405020304" pitchFamily="18" charset="0"/>
                <a:cs typeface="Times New Roman" panose="02020603050405020304" pitchFamily="18" charset="0"/>
              </a:rPr>
              <a:t>Pandas</a:t>
            </a:r>
          </a:p>
          <a:p>
            <a:pPr marL="285750" indent="-285750">
              <a:lnSpc>
                <a:spcPct val="150000"/>
              </a:lnSpc>
              <a:buFont typeface="Wingdings" panose="05000000000000000000" pitchFamily="2" charset="2"/>
              <a:buChar char="§"/>
            </a:pPr>
            <a:r>
              <a:rPr lang="en-IN">
                <a:latin typeface="Times New Roman" panose="02020603050405020304" pitchFamily="18" charset="0"/>
                <a:cs typeface="Times New Roman" panose="02020603050405020304" pitchFamily="18" charset="0"/>
              </a:rPr>
              <a:t>NumPy</a:t>
            </a:r>
          </a:p>
          <a:p>
            <a:pPr marL="285750" indent="-285750">
              <a:lnSpc>
                <a:spcPct val="150000"/>
              </a:lnSpc>
              <a:buFont typeface="Wingdings" panose="05000000000000000000" pitchFamily="2" charset="2"/>
              <a:buChar char="§"/>
            </a:pPr>
            <a:r>
              <a:rPr lang="en-IN">
                <a:latin typeface="Times New Roman" panose="02020603050405020304" pitchFamily="18" charset="0"/>
                <a:cs typeface="Times New Roman" panose="02020603050405020304" pitchFamily="18" charset="0"/>
              </a:rPr>
              <a:t>Matplotlib</a:t>
            </a:r>
          </a:p>
          <a:p>
            <a:pPr marL="285750" indent="-285750">
              <a:lnSpc>
                <a:spcPct val="150000"/>
              </a:lnSpc>
              <a:buFont typeface="Wingdings" panose="05000000000000000000" pitchFamily="2" charset="2"/>
              <a:buChar char="§"/>
            </a:pPr>
            <a:r>
              <a:rPr lang="en-IN">
                <a:latin typeface="Times New Roman" panose="02020603050405020304" pitchFamily="18" charset="0"/>
                <a:cs typeface="Times New Roman" panose="02020603050405020304" pitchFamily="18" charset="0"/>
              </a:rPr>
              <a:t>Seaborn</a:t>
            </a:r>
          </a:p>
          <a:p>
            <a:pPr marL="285750" indent="-285750">
              <a:lnSpc>
                <a:spcPct val="150000"/>
              </a:lnSpc>
              <a:buFont typeface="Wingdings" panose="05000000000000000000" pitchFamily="2" charset="2"/>
              <a:buChar char="§"/>
            </a:pPr>
            <a:r>
              <a:rPr lang="en-IN">
                <a:latin typeface="Times New Roman" panose="02020603050405020304" pitchFamily="18" charset="0"/>
                <a:cs typeface="Times New Roman" panose="02020603050405020304" pitchFamily="18" charset="0"/>
              </a:rPr>
              <a:t>Jupyter Notebook</a:t>
            </a:r>
          </a:p>
          <a:p>
            <a:pPr>
              <a:lnSpc>
                <a:spcPct val="200000"/>
              </a:lnSpc>
              <a:buNone/>
            </a:pPr>
            <a:r>
              <a:rPr lang="en-US">
                <a:latin typeface="Times New Roman" panose="02020603050405020304" pitchFamily="18" charset="0"/>
                <a:cs typeface="Times New Roman" panose="02020603050405020304" pitchFamily="18" charset="0"/>
              </a:rPr>
              <a:t>The EDA process helped uncover meaningful pricing trends, airline fare patterns, and route-based demand insights from the scraped EaseMyTrip dataset. The analysis provided a strong foundation for business understanding and future predictive modeling</a:t>
            </a:r>
            <a:r>
              <a:rPr lang="en-US" sz="160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126760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09D650-ACE8-DA89-17B6-B2F9D9B395BE}"/>
              </a:ext>
            </a:extLst>
          </p:cNvPr>
          <p:cNvSpPr txBox="1"/>
          <p:nvPr/>
        </p:nvSpPr>
        <p:spPr>
          <a:xfrm>
            <a:off x="546539" y="346841"/>
            <a:ext cx="6096000" cy="523220"/>
          </a:xfrm>
          <a:prstGeom prst="rect">
            <a:avLst/>
          </a:prstGeom>
          <a:noFill/>
        </p:spPr>
        <p:txBody>
          <a:bodyPr wrap="square" rtlCol="0">
            <a:spAutoFit/>
          </a:bodyPr>
          <a:lstStyle/>
          <a:p>
            <a:r>
              <a:rPr lang="en-IN" sz="2800">
                <a:solidFill>
                  <a:srgbClr val="FF0000"/>
                </a:solidFill>
                <a:latin typeface="Times New Roman" panose="02020603050405020304" pitchFamily="18" charset="0"/>
                <a:cs typeface="Times New Roman" panose="02020603050405020304" pitchFamily="18" charset="0"/>
              </a:rPr>
              <a:t>DataVisualization</a:t>
            </a:r>
          </a:p>
        </p:txBody>
      </p:sp>
      <p:sp>
        <p:nvSpPr>
          <p:cNvPr id="3" name="TextBox 2">
            <a:extLst>
              <a:ext uri="{FF2B5EF4-FFF2-40B4-BE49-F238E27FC236}">
                <a16:creationId xmlns:a16="http://schemas.microsoft.com/office/drawing/2014/main" id="{F8B49C09-8012-DB0B-F0EC-E02EBBC6EF8D}"/>
              </a:ext>
            </a:extLst>
          </p:cNvPr>
          <p:cNvSpPr txBox="1"/>
          <p:nvPr/>
        </p:nvSpPr>
        <p:spPr>
          <a:xfrm>
            <a:off x="546539" y="1156139"/>
            <a:ext cx="6463862" cy="369332"/>
          </a:xfrm>
          <a:prstGeom prst="rect">
            <a:avLst/>
          </a:prstGeom>
          <a:noFill/>
        </p:spPr>
        <p:txBody>
          <a:bodyPr wrap="square" rtlCol="0">
            <a:spAutoFit/>
          </a:bodyPr>
          <a:lstStyle/>
          <a:p>
            <a:r>
              <a:rPr lang="en-US" b="1"/>
              <a:t>Univariate Analysis</a:t>
            </a:r>
            <a:endParaRPr lang="en-IN" b="1"/>
          </a:p>
        </p:txBody>
      </p:sp>
      <p:pic>
        <p:nvPicPr>
          <p:cNvPr id="5" name="Picture 4">
            <a:extLst>
              <a:ext uri="{FF2B5EF4-FFF2-40B4-BE49-F238E27FC236}">
                <a16:creationId xmlns:a16="http://schemas.microsoft.com/office/drawing/2014/main" id="{3CC01AB2-57CA-5911-702F-4E5734880918}"/>
              </a:ext>
            </a:extLst>
          </p:cNvPr>
          <p:cNvPicPr>
            <a:picLocks noChangeAspect="1"/>
          </p:cNvPicPr>
          <p:nvPr/>
        </p:nvPicPr>
        <p:blipFill>
          <a:blip r:embed="rId2"/>
          <a:stretch>
            <a:fillRect/>
          </a:stretch>
        </p:blipFill>
        <p:spPr>
          <a:xfrm>
            <a:off x="2861777" y="1156139"/>
            <a:ext cx="6069054" cy="3033023"/>
          </a:xfrm>
          <a:prstGeom prst="rect">
            <a:avLst/>
          </a:prstGeom>
        </p:spPr>
      </p:pic>
      <p:sp>
        <p:nvSpPr>
          <p:cNvPr id="7" name="TextBox 6">
            <a:extLst>
              <a:ext uri="{FF2B5EF4-FFF2-40B4-BE49-F238E27FC236}">
                <a16:creationId xmlns:a16="http://schemas.microsoft.com/office/drawing/2014/main" id="{241D1E55-31B8-B828-3CA0-6F3D77B521E9}"/>
              </a:ext>
            </a:extLst>
          </p:cNvPr>
          <p:cNvSpPr txBox="1"/>
          <p:nvPr/>
        </p:nvSpPr>
        <p:spPr>
          <a:xfrm>
            <a:off x="1208688" y="4373828"/>
            <a:ext cx="7020911" cy="2185214"/>
          </a:xfrm>
          <a:prstGeom prst="rect">
            <a:avLst/>
          </a:prstGeom>
          <a:noFill/>
        </p:spPr>
        <p:txBody>
          <a:bodyPr wrap="square">
            <a:spAutoFit/>
          </a:bodyPr>
          <a:lstStyle/>
          <a:p>
            <a:pPr>
              <a:buNone/>
            </a:pPr>
            <a:r>
              <a:rPr lang="en-US" b="1"/>
              <a:t>Price Distribution (Histogram)</a:t>
            </a:r>
          </a:p>
          <a:p>
            <a:pPr>
              <a:buFont typeface="Arial" panose="020B0604020202020204" pitchFamily="34" charset="0"/>
              <a:buChar char="•"/>
            </a:pPr>
            <a:r>
              <a:rPr lang="en-US" sz="1600"/>
              <a:t>Most ticket prices are concentrated in the lower price range. </a:t>
            </a:r>
          </a:p>
          <a:p>
            <a:pPr>
              <a:buFont typeface="Arial" panose="020B0604020202020204" pitchFamily="34" charset="0"/>
              <a:buChar char="•"/>
            </a:pPr>
            <a:r>
              <a:rPr lang="en-US" sz="1600"/>
              <a:t>Price distribution is positively skewed. </a:t>
            </a:r>
          </a:p>
          <a:p>
            <a:pPr>
              <a:buFont typeface="Arial" panose="020B0604020202020204" pitchFamily="34" charset="0"/>
              <a:buChar char="•"/>
            </a:pPr>
            <a:r>
              <a:rPr lang="en-US" sz="1600"/>
              <a:t>Few high-price outliers are present. </a:t>
            </a:r>
          </a:p>
          <a:p>
            <a:endParaRPr lang="en-US" sz="1600"/>
          </a:p>
          <a:p>
            <a:pPr>
              <a:buNone/>
            </a:pPr>
            <a:r>
              <a:rPr lang="en-US" b="1"/>
              <a:t>Airline Distribution (Countplot)</a:t>
            </a:r>
          </a:p>
          <a:p>
            <a:pPr>
              <a:buFont typeface="Arial" panose="020B0604020202020204" pitchFamily="34" charset="0"/>
              <a:buChar char="•"/>
            </a:pPr>
            <a:r>
              <a:rPr lang="en-US" sz="1600"/>
              <a:t>Air India and IndiGo dominate the dataset. </a:t>
            </a:r>
          </a:p>
          <a:p>
            <a:pPr>
              <a:buFont typeface="Arial" panose="020B0604020202020204" pitchFamily="34" charset="0"/>
              <a:buChar char="•"/>
            </a:pPr>
            <a:r>
              <a:rPr lang="en-US" sz="1600"/>
              <a:t>Flight frequency is almost evenly distributed.</a:t>
            </a:r>
          </a:p>
        </p:txBody>
      </p:sp>
    </p:spTree>
    <p:extLst>
      <p:ext uri="{BB962C8B-B14F-4D97-AF65-F5344CB8AC3E}">
        <p14:creationId xmlns:p14="http://schemas.microsoft.com/office/powerpoint/2010/main" val="3463326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A13CF-6A86-71EB-6F5F-4C1E17B4B09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AE50B6F-C4C3-7C51-2837-75787A828770}"/>
              </a:ext>
            </a:extLst>
          </p:cNvPr>
          <p:cNvSpPr txBox="1"/>
          <p:nvPr/>
        </p:nvSpPr>
        <p:spPr>
          <a:xfrm>
            <a:off x="546539" y="346841"/>
            <a:ext cx="6096000" cy="523220"/>
          </a:xfrm>
          <a:prstGeom prst="rect">
            <a:avLst/>
          </a:prstGeom>
          <a:noFill/>
        </p:spPr>
        <p:txBody>
          <a:bodyPr wrap="square" rtlCol="0">
            <a:spAutoFit/>
          </a:bodyPr>
          <a:lstStyle/>
          <a:p>
            <a:r>
              <a:rPr lang="en-IN" sz="2800">
                <a:solidFill>
                  <a:srgbClr val="FF0000"/>
                </a:solidFill>
                <a:latin typeface="Times New Roman" panose="02020603050405020304" pitchFamily="18" charset="0"/>
                <a:cs typeface="Times New Roman" panose="02020603050405020304" pitchFamily="18" charset="0"/>
              </a:rPr>
              <a:t>DataVisualization</a:t>
            </a:r>
          </a:p>
        </p:txBody>
      </p:sp>
      <p:sp>
        <p:nvSpPr>
          <p:cNvPr id="3" name="TextBox 2">
            <a:extLst>
              <a:ext uri="{FF2B5EF4-FFF2-40B4-BE49-F238E27FC236}">
                <a16:creationId xmlns:a16="http://schemas.microsoft.com/office/drawing/2014/main" id="{D661D7BE-0E97-9418-E0AC-B0F1BE7B9373}"/>
              </a:ext>
            </a:extLst>
          </p:cNvPr>
          <p:cNvSpPr txBox="1"/>
          <p:nvPr/>
        </p:nvSpPr>
        <p:spPr>
          <a:xfrm>
            <a:off x="493988" y="969738"/>
            <a:ext cx="6463862" cy="369332"/>
          </a:xfrm>
          <a:prstGeom prst="rect">
            <a:avLst/>
          </a:prstGeom>
          <a:noFill/>
        </p:spPr>
        <p:txBody>
          <a:bodyPr wrap="square" rtlCol="0">
            <a:spAutoFit/>
          </a:bodyPr>
          <a:lstStyle/>
          <a:p>
            <a:r>
              <a:rPr lang="en-US" b="1"/>
              <a:t>Bivariate Analysis</a:t>
            </a:r>
            <a:endParaRPr lang="en-IN" b="1"/>
          </a:p>
        </p:txBody>
      </p:sp>
      <p:pic>
        <p:nvPicPr>
          <p:cNvPr id="6" name="Picture 5">
            <a:extLst>
              <a:ext uri="{FF2B5EF4-FFF2-40B4-BE49-F238E27FC236}">
                <a16:creationId xmlns:a16="http://schemas.microsoft.com/office/drawing/2014/main" id="{5A572F10-254C-5F11-EBB1-25B17428E96A}"/>
              </a:ext>
            </a:extLst>
          </p:cNvPr>
          <p:cNvPicPr>
            <a:picLocks noChangeAspect="1"/>
          </p:cNvPicPr>
          <p:nvPr/>
        </p:nvPicPr>
        <p:blipFill>
          <a:blip r:embed="rId2"/>
          <a:stretch>
            <a:fillRect/>
          </a:stretch>
        </p:blipFill>
        <p:spPr>
          <a:xfrm>
            <a:off x="1629106" y="1400246"/>
            <a:ext cx="5118538" cy="3082466"/>
          </a:xfrm>
          <a:prstGeom prst="rect">
            <a:avLst/>
          </a:prstGeom>
        </p:spPr>
      </p:pic>
      <p:pic>
        <p:nvPicPr>
          <p:cNvPr id="8" name="Picture 7">
            <a:extLst>
              <a:ext uri="{FF2B5EF4-FFF2-40B4-BE49-F238E27FC236}">
                <a16:creationId xmlns:a16="http://schemas.microsoft.com/office/drawing/2014/main" id="{722096A3-0285-5A0D-03E7-82EA087F501B}"/>
              </a:ext>
            </a:extLst>
          </p:cNvPr>
          <p:cNvPicPr>
            <a:picLocks noChangeAspect="1"/>
          </p:cNvPicPr>
          <p:nvPr/>
        </p:nvPicPr>
        <p:blipFill>
          <a:blip r:embed="rId3"/>
          <a:stretch>
            <a:fillRect/>
          </a:stretch>
        </p:blipFill>
        <p:spPr>
          <a:xfrm>
            <a:off x="7220607" y="1390782"/>
            <a:ext cx="2710060" cy="3130432"/>
          </a:xfrm>
          <a:prstGeom prst="rect">
            <a:avLst/>
          </a:prstGeom>
        </p:spPr>
      </p:pic>
      <p:sp>
        <p:nvSpPr>
          <p:cNvPr id="10" name="TextBox 9">
            <a:extLst>
              <a:ext uri="{FF2B5EF4-FFF2-40B4-BE49-F238E27FC236}">
                <a16:creationId xmlns:a16="http://schemas.microsoft.com/office/drawing/2014/main" id="{606CBDD1-9815-069E-9A5A-D1962A377D9B}"/>
              </a:ext>
            </a:extLst>
          </p:cNvPr>
          <p:cNvSpPr txBox="1"/>
          <p:nvPr/>
        </p:nvSpPr>
        <p:spPr>
          <a:xfrm>
            <a:off x="861850" y="4652107"/>
            <a:ext cx="6096000" cy="1877437"/>
          </a:xfrm>
          <a:prstGeom prst="rect">
            <a:avLst/>
          </a:prstGeom>
          <a:noFill/>
        </p:spPr>
        <p:txBody>
          <a:bodyPr wrap="square">
            <a:spAutoFit/>
          </a:bodyPr>
          <a:lstStyle/>
          <a:p>
            <a:pPr>
              <a:buNone/>
            </a:pPr>
            <a:r>
              <a:rPr lang="en-US" b="1"/>
              <a:t>Duration vs Price (Scatter Plot)</a:t>
            </a:r>
          </a:p>
          <a:p>
            <a:pPr>
              <a:buFont typeface="Arial" panose="020B0604020202020204" pitchFamily="34" charset="0"/>
              <a:buChar char="•"/>
            </a:pPr>
            <a:r>
              <a:rPr lang="en-US" sz="1600"/>
              <a:t>Ticket price generally increases with flight duration. </a:t>
            </a:r>
          </a:p>
          <a:p>
            <a:pPr>
              <a:buFont typeface="Arial" panose="020B0604020202020204" pitchFamily="34" charset="0"/>
              <a:buChar char="•"/>
            </a:pPr>
            <a:r>
              <a:rPr lang="en-US" sz="1600"/>
              <a:t>Longer flights tend to have premium pricing.</a:t>
            </a:r>
          </a:p>
          <a:p>
            <a:r>
              <a:rPr lang="en-US" sz="1600"/>
              <a:t> </a:t>
            </a:r>
          </a:p>
          <a:p>
            <a:pPr>
              <a:buNone/>
            </a:pPr>
            <a:r>
              <a:rPr lang="en-US" b="1"/>
              <a:t>Airline vs Stops (Heatmap)</a:t>
            </a:r>
          </a:p>
          <a:p>
            <a:pPr>
              <a:buFont typeface="Arial" panose="020B0604020202020204" pitchFamily="34" charset="0"/>
              <a:buChar char="•"/>
            </a:pPr>
            <a:r>
              <a:rPr lang="en-US" sz="1600"/>
              <a:t>Most flights are nonstop. </a:t>
            </a:r>
          </a:p>
          <a:p>
            <a:pPr>
              <a:buFont typeface="Arial" panose="020B0604020202020204" pitchFamily="34" charset="0"/>
              <a:buChar char="•"/>
            </a:pPr>
            <a:r>
              <a:rPr lang="en-US" sz="1600"/>
              <a:t>1-stop flights are comparatively fewer. </a:t>
            </a:r>
          </a:p>
        </p:txBody>
      </p:sp>
      <p:sp>
        <p:nvSpPr>
          <p:cNvPr id="12" name="TextBox 11">
            <a:extLst>
              <a:ext uri="{FF2B5EF4-FFF2-40B4-BE49-F238E27FC236}">
                <a16:creationId xmlns:a16="http://schemas.microsoft.com/office/drawing/2014/main" id="{6B00A3F4-93AF-6A68-F2B0-EE77EA68D5E3}"/>
              </a:ext>
            </a:extLst>
          </p:cNvPr>
          <p:cNvSpPr txBox="1"/>
          <p:nvPr/>
        </p:nvSpPr>
        <p:spPr>
          <a:xfrm>
            <a:off x="7120410" y="4729051"/>
            <a:ext cx="6096000" cy="861774"/>
          </a:xfrm>
          <a:prstGeom prst="rect">
            <a:avLst/>
          </a:prstGeom>
          <a:noFill/>
        </p:spPr>
        <p:txBody>
          <a:bodyPr wrap="square">
            <a:spAutoFit/>
          </a:bodyPr>
          <a:lstStyle/>
          <a:p>
            <a:pPr>
              <a:buNone/>
            </a:pPr>
            <a:r>
              <a:rPr lang="en-US" b="1"/>
              <a:t>Price by Airline (Boxplot)</a:t>
            </a:r>
          </a:p>
          <a:p>
            <a:pPr>
              <a:buFont typeface="Arial" panose="020B0604020202020204" pitchFamily="34" charset="0"/>
              <a:buChar char="•"/>
            </a:pPr>
            <a:r>
              <a:rPr lang="en-US" sz="1600"/>
              <a:t>Air India shows wider price variation. </a:t>
            </a:r>
          </a:p>
          <a:p>
            <a:pPr>
              <a:buFont typeface="Arial" panose="020B0604020202020204" pitchFamily="34" charset="0"/>
              <a:buChar char="•"/>
            </a:pPr>
            <a:r>
              <a:rPr lang="en-US" sz="1600"/>
              <a:t>IndiGo has comparatively stable pricing.</a:t>
            </a:r>
          </a:p>
        </p:txBody>
      </p:sp>
    </p:spTree>
    <p:extLst>
      <p:ext uri="{BB962C8B-B14F-4D97-AF65-F5344CB8AC3E}">
        <p14:creationId xmlns:p14="http://schemas.microsoft.com/office/powerpoint/2010/main" val="3492014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7EEC3-B6A7-29D1-C739-03D245DD72E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931D254-DCFE-A0B3-7797-1F903FA81704}"/>
              </a:ext>
            </a:extLst>
          </p:cNvPr>
          <p:cNvSpPr txBox="1"/>
          <p:nvPr/>
        </p:nvSpPr>
        <p:spPr>
          <a:xfrm>
            <a:off x="546539" y="346841"/>
            <a:ext cx="6096000" cy="523220"/>
          </a:xfrm>
          <a:prstGeom prst="rect">
            <a:avLst/>
          </a:prstGeom>
          <a:noFill/>
        </p:spPr>
        <p:txBody>
          <a:bodyPr wrap="square" rtlCol="0">
            <a:spAutoFit/>
          </a:bodyPr>
          <a:lstStyle/>
          <a:p>
            <a:r>
              <a:rPr lang="en-IN" sz="2800">
                <a:solidFill>
                  <a:srgbClr val="FF0000"/>
                </a:solidFill>
                <a:latin typeface="Times New Roman" panose="02020603050405020304" pitchFamily="18" charset="0"/>
                <a:cs typeface="Times New Roman" panose="02020603050405020304" pitchFamily="18" charset="0"/>
              </a:rPr>
              <a:t>DataVisualization</a:t>
            </a:r>
          </a:p>
        </p:txBody>
      </p:sp>
      <p:sp>
        <p:nvSpPr>
          <p:cNvPr id="3" name="TextBox 2">
            <a:extLst>
              <a:ext uri="{FF2B5EF4-FFF2-40B4-BE49-F238E27FC236}">
                <a16:creationId xmlns:a16="http://schemas.microsoft.com/office/drawing/2014/main" id="{4AA224DD-3BF8-8F35-2E71-8CF17123890B}"/>
              </a:ext>
            </a:extLst>
          </p:cNvPr>
          <p:cNvSpPr txBox="1"/>
          <p:nvPr/>
        </p:nvSpPr>
        <p:spPr>
          <a:xfrm>
            <a:off x="546539" y="1156139"/>
            <a:ext cx="6463862" cy="369332"/>
          </a:xfrm>
          <a:prstGeom prst="rect">
            <a:avLst/>
          </a:prstGeom>
          <a:noFill/>
        </p:spPr>
        <p:txBody>
          <a:bodyPr wrap="square" rtlCol="0">
            <a:spAutoFit/>
          </a:bodyPr>
          <a:lstStyle/>
          <a:p>
            <a:r>
              <a:rPr lang="en-US" b="1"/>
              <a:t>Multivariate Analysis</a:t>
            </a:r>
            <a:endParaRPr lang="en-IN" b="1"/>
          </a:p>
        </p:txBody>
      </p:sp>
      <p:pic>
        <p:nvPicPr>
          <p:cNvPr id="5" name="Picture 4">
            <a:extLst>
              <a:ext uri="{FF2B5EF4-FFF2-40B4-BE49-F238E27FC236}">
                <a16:creationId xmlns:a16="http://schemas.microsoft.com/office/drawing/2014/main" id="{2737DF93-9B98-D3BD-1DC2-F3FC093CAC72}"/>
              </a:ext>
            </a:extLst>
          </p:cNvPr>
          <p:cNvPicPr>
            <a:picLocks noChangeAspect="1"/>
          </p:cNvPicPr>
          <p:nvPr/>
        </p:nvPicPr>
        <p:blipFill>
          <a:blip r:embed="rId2"/>
          <a:stretch>
            <a:fillRect/>
          </a:stretch>
        </p:blipFill>
        <p:spPr>
          <a:xfrm>
            <a:off x="2745059" y="1525471"/>
            <a:ext cx="3350941" cy="2977603"/>
          </a:xfrm>
          <a:prstGeom prst="rect">
            <a:avLst/>
          </a:prstGeom>
        </p:spPr>
      </p:pic>
      <p:pic>
        <p:nvPicPr>
          <p:cNvPr id="9" name="Picture 8">
            <a:extLst>
              <a:ext uri="{FF2B5EF4-FFF2-40B4-BE49-F238E27FC236}">
                <a16:creationId xmlns:a16="http://schemas.microsoft.com/office/drawing/2014/main" id="{E305D37A-67DA-B510-0101-23D5F5581B65}"/>
              </a:ext>
            </a:extLst>
          </p:cNvPr>
          <p:cNvPicPr>
            <a:picLocks noChangeAspect="1"/>
          </p:cNvPicPr>
          <p:nvPr/>
        </p:nvPicPr>
        <p:blipFill>
          <a:blip r:embed="rId3"/>
          <a:stretch>
            <a:fillRect/>
          </a:stretch>
        </p:blipFill>
        <p:spPr>
          <a:xfrm>
            <a:off x="6404765" y="1507078"/>
            <a:ext cx="3350941" cy="2885301"/>
          </a:xfrm>
          <a:prstGeom prst="rect">
            <a:avLst/>
          </a:prstGeom>
        </p:spPr>
      </p:pic>
      <p:sp>
        <p:nvSpPr>
          <p:cNvPr id="11" name="TextBox 10">
            <a:extLst>
              <a:ext uri="{FF2B5EF4-FFF2-40B4-BE49-F238E27FC236}">
                <a16:creationId xmlns:a16="http://schemas.microsoft.com/office/drawing/2014/main" id="{2EB1F891-D82D-8E76-BC05-4DCA6EB7DB61}"/>
              </a:ext>
            </a:extLst>
          </p:cNvPr>
          <p:cNvSpPr txBox="1"/>
          <p:nvPr/>
        </p:nvSpPr>
        <p:spPr>
          <a:xfrm>
            <a:off x="1372529" y="4750757"/>
            <a:ext cx="6096000" cy="1138773"/>
          </a:xfrm>
          <a:prstGeom prst="rect">
            <a:avLst/>
          </a:prstGeom>
          <a:noFill/>
        </p:spPr>
        <p:txBody>
          <a:bodyPr wrap="square">
            <a:spAutoFit/>
          </a:bodyPr>
          <a:lstStyle/>
          <a:p>
            <a:pPr>
              <a:buNone/>
            </a:pPr>
            <a:r>
              <a:rPr lang="en-US" b="1"/>
              <a:t>Price vs Duration by Airline and Stops</a:t>
            </a:r>
          </a:p>
          <a:p>
            <a:pPr>
              <a:buFont typeface="Arial" panose="020B0604020202020204" pitchFamily="34" charset="0"/>
              <a:buChar char="•"/>
            </a:pPr>
            <a:r>
              <a:rPr lang="en-US" sz="1600"/>
              <a:t>Longer duration flights with stops show higher prices. </a:t>
            </a:r>
          </a:p>
          <a:p>
            <a:pPr>
              <a:buFont typeface="Arial" panose="020B0604020202020204" pitchFamily="34" charset="0"/>
              <a:buChar char="•"/>
            </a:pPr>
            <a:r>
              <a:rPr lang="en-US" sz="1600"/>
              <a:t>Airline type influences fare distribution. </a:t>
            </a:r>
          </a:p>
          <a:p>
            <a:pPr>
              <a:buFont typeface="Arial" panose="020B0604020202020204" pitchFamily="34" charset="0"/>
              <a:buChar char="•"/>
            </a:pPr>
            <a:r>
              <a:rPr lang="en-US" sz="1600"/>
              <a:t>Nonstop flights are concentrated in lower duration ranges.</a:t>
            </a:r>
          </a:p>
        </p:txBody>
      </p:sp>
    </p:spTree>
    <p:extLst>
      <p:ext uri="{BB962C8B-B14F-4D97-AF65-F5344CB8AC3E}">
        <p14:creationId xmlns:p14="http://schemas.microsoft.com/office/powerpoint/2010/main" val="2601796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D29DD6-A5D9-648F-65C5-6CB82F6E4118}"/>
              </a:ext>
            </a:extLst>
          </p:cNvPr>
          <p:cNvSpPr txBox="1"/>
          <p:nvPr/>
        </p:nvSpPr>
        <p:spPr>
          <a:xfrm>
            <a:off x="914400" y="897073"/>
            <a:ext cx="4937593" cy="3514873"/>
          </a:xfrm>
          <a:prstGeom prst="rect">
            <a:avLst/>
          </a:prstGeom>
          <a:noFill/>
        </p:spPr>
        <p:txBody>
          <a:bodyPr wrap="square">
            <a:spAutoFit/>
          </a:bodyPr>
          <a:lstStyle/>
          <a:p>
            <a:r>
              <a:rPr lang="en-US" b="1"/>
              <a:t>Question 1</a:t>
            </a:r>
          </a:p>
          <a:p>
            <a:r>
              <a:rPr lang="en-US"/>
              <a:t>Is there a price difference between Air India and IndiGo?</a:t>
            </a:r>
          </a:p>
          <a:p>
            <a:r>
              <a:rPr lang="en-US" sz="1600" b="1"/>
              <a:t>Null Hypothesis (H₀)</a:t>
            </a:r>
          </a:p>
          <a:p>
            <a:r>
              <a:rPr lang="en-US"/>
              <a:t>No significant difference in ticket prices.</a:t>
            </a:r>
          </a:p>
          <a:p>
            <a:r>
              <a:rPr lang="en-US" sz="1600" b="1"/>
              <a:t>Alternate Hypothesis (H₁)</a:t>
            </a:r>
          </a:p>
          <a:p>
            <a:r>
              <a:rPr lang="en-US"/>
              <a:t>Significant difference exists.</a:t>
            </a:r>
          </a:p>
          <a:p>
            <a:r>
              <a:rPr lang="en-US" sz="1600" b="1"/>
              <a:t>Condition</a:t>
            </a:r>
          </a:p>
          <a:p>
            <a:r>
              <a:rPr lang="en-US"/>
              <a:t>p-value &lt; 0.05</a:t>
            </a:r>
          </a:p>
          <a:p>
            <a:r>
              <a:rPr lang="en-US" sz="1600" b="1"/>
              <a:t>Conclusion</a:t>
            </a:r>
          </a:p>
          <a:p>
            <a:r>
              <a:rPr lang="en-US"/>
              <a:t>Fail to Reject H₀ if p-value &lt; 0.05.</a:t>
            </a:r>
          </a:p>
          <a:p>
            <a:pPr>
              <a:lnSpc>
                <a:spcPct val="150000"/>
              </a:lnSpc>
            </a:pPr>
            <a:endParaRPr lang="en-US"/>
          </a:p>
        </p:txBody>
      </p:sp>
      <p:sp>
        <p:nvSpPr>
          <p:cNvPr id="4" name="TextBox 3">
            <a:extLst>
              <a:ext uri="{FF2B5EF4-FFF2-40B4-BE49-F238E27FC236}">
                <a16:creationId xmlns:a16="http://schemas.microsoft.com/office/drawing/2014/main" id="{16DF997D-270F-9952-1DAA-2644EC5DE972}"/>
              </a:ext>
            </a:extLst>
          </p:cNvPr>
          <p:cNvSpPr txBox="1"/>
          <p:nvPr/>
        </p:nvSpPr>
        <p:spPr>
          <a:xfrm>
            <a:off x="210207" y="373853"/>
            <a:ext cx="6085490" cy="523220"/>
          </a:xfrm>
          <a:prstGeom prst="rect">
            <a:avLst/>
          </a:prstGeom>
          <a:noFill/>
        </p:spPr>
        <p:txBody>
          <a:bodyPr wrap="square" rtlCol="0">
            <a:spAutoFit/>
          </a:bodyPr>
          <a:lstStyle/>
          <a:p>
            <a:r>
              <a:rPr lang="en-IN" sz="2800">
                <a:solidFill>
                  <a:srgbClr val="FF0000"/>
                </a:solidFill>
                <a:latin typeface="Times New Roman" panose="02020603050405020304" pitchFamily="18" charset="0"/>
                <a:cs typeface="Times New Roman" panose="02020603050405020304" pitchFamily="18" charset="0"/>
              </a:rPr>
              <a:t>Hypothesis Testing</a:t>
            </a:r>
          </a:p>
        </p:txBody>
      </p:sp>
      <p:sp>
        <p:nvSpPr>
          <p:cNvPr id="5" name="TextBox 4">
            <a:extLst>
              <a:ext uri="{FF2B5EF4-FFF2-40B4-BE49-F238E27FC236}">
                <a16:creationId xmlns:a16="http://schemas.microsoft.com/office/drawing/2014/main" id="{FD96F47E-9AF2-B0BF-8789-18366D0B6672}"/>
              </a:ext>
            </a:extLst>
          </p:cNvPr>
          <p:cNvSpPr txBox="1"/>
          <p:nvPr/>
        </p:nvSpPr>
        <p:spPr>
          <a:xfrm>
            <a:off x="914400" y="3970648"/>
            <a:ext cx="6096000" cy="2739211"/>
          </a:xfrm>
          <a:prstGeom prst="rect">
            <a:avLst/>
          </a:prstGeom>
          <a:noFill/>
        </p:spPr>
        <p:txBody>
          <a:bodyPr wrap="square">
            <a:spAutoFit/>
          </a:bodyPr>
          <a:lstStyle/>
          <a:p>
            <a:pPr>
              <a:buNone/>
            </a:pPr>
            <a:r>
              <a:rPr lang="en-US" b="1"/>
              <a:t>Question 2</a:t>
            </a:r>
          </a:p>
          <a:p>
            <a:pPr>
              <a:buNone/>
            </a:pPr>
            <a:r>
              <a:rPr lang="en-US"/>
              <a:t>Does flight duration affect ticket price?</a:t>
            </a:r>
          </a:p>
          <a:p>
            <a:pPr>
              <a:buNone/>
            </a:pPr>
            <a:r>
              <a:rPr lang="en-US" sz="1600" b="1"/>
              <a:t>Null Hypothesis (H₀)</a:t>
            </a:r>
          </a:p>
          <a:p>
            <a:pPr>
              <a:buNone/>
            </a:pPr>
            <a:r>
              <a:rPr lang="en-US"/>
              <a:t>No relationship between duration and price.</a:t>
            </a:r>
          </a:p>
          <a:p>
            <a:pPr>
              <a:buNone/>
            </a:pPr>
            <a:r>
              <a:rPr lang="en-US" sz="1600" b="1"/>
              <a:t>Alternate Hypothesis (H₁)</a:t>
            </a:r>
          </a:p>
          <a:p>
            <a:pPr>
              <a:buNone/>
            </a:pPr>
            <a:r>
              <a:rPr lang="en-US"/>
              <a:t>Significant relationship exists.</a:t>
            </a:r>
          </a:p>
          <a:p>
            <a:pPr>
              <a:buNone/>
            </a:pPr>
            <a:r>
              <a:rPr lang="en-US" sz="1600" b="1"/>
              <a:t>Condition</a:t>
            </a:r>
          </a:p>
          <a:p>
            <a:pPr>
              <a:buNone/>
            </a:pPr>
            <a:r>
              <a:rPr lang="en-US"/>
              <a:t>p-value &lt; 0.05</a:t>
            </a:r>
          </a:p>
          <a:p>
            <a:pPr>
              <a:buNone/>
            </a:pPr>
            <a:r>
              <a:rPr lang="en-US" sz="1600" b="1"/>
              <a:t>Conclusion</a:t>
            </a:r>
          </a:p>
          <a:p>
            <a:pPr>
              <a:buNone/>
            </a:pPr>
            <a:r>
              <a:rPr lang="en-US"/>
              <a:t>Reject H₀ if p-value &lt; 0.05.</a:t>
            </a:r>
          </a:p>
        </p:txBody>
      </p:sp>
      <p:pic>
        <p:nvPicPr>
          <p:cNvPr id="8" name="Picture 7">
            <a:extLst>
              <a:ext uri="{FF2B5EF4-FFF2-40B4-BE49-F238E27FC236}">
                <a16:creationId xmlns:a16="http://schemas.microsoft.com/office/drawing/2014/main" id="{B4294F31-6F34-0229-C772-6D447E0913CF}"/>
              </a:ext>
            </a:extLst>
          </p:cNvPr>
          <p:cNvPicPr>
            <a:picLocks noChangeAspect="1"/>
          </p:cNvPicPr>
          <p:nvPr/>
        </p:nvPicPr>
        <p:blipFill>
          <a:blip r:embed="rId2"/>
          <a:stretch>
            <a:fillRect/>
          </a:stretch>
        </p:blipFill>
        <p:spPr>
          <a:xfrm>
            <a:off x="5851993" y="3883572"/>
            <a:ext cx="5141827" cy="2711669"/>
          </a:xfrm>
          <a:prstGeom prst="rect">
            <a:avLst/>
          </a:prstGeom>
        </p:spPr>
      </p:pic>
      <p:pic>
        <p:nvPicPr>
          <p:cNvPr id="10" name="Picture 9">
            <a:extLst>
              <a:ext uri="{FF2B5EF4-FFF2-40B4-BE49-F238E27FC236}">
                <a16:creationId xmlns:a16="http://schemas.microsoft.com/office/drawing/2014/main" id="{CB564333-8BEE-16F2-C936-98BEC8644D71}"/>
              </a:ext>
            </a:extLst>
          </p:cNvPr>
          <p:cNvPicPr>
            <a:picLocks noChangeAspect="1"/>
          </p:cNvPicPr>
          <p:nvPr/>
        </p:nvPicPr>
        <p:blipFill>
          <a:blip r:embed="rId3"/>
          <a:stretch>
            <a:fillRect/>
          </a:stretch>
        </p:blipFill>
        <p:spPr>
          <a:xfrm>
            <a:off x="5851994" y="414553"/>
            <a:ext cx="5141827" cy="3132083"/>
          </a:xfrm>
          <a:prstGeom prst="rect">
            <a:avLst/>
          </a:prstGeom>
        </p:spPr>
      </p:pic>
    </p:spTree>
    <p:extLst>
      <p:ext uri="{BB962C8B-B14F-4D97-AF65-F5344CB8AC3E}">
        <p14:creationId xmlns:p14="http://schemas.microsoft.com/office/powerpoint/2010/main" val="4083315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70756-471F-6DDB-E0CF-4D1BEE1D200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48F0E1E-CF8A-10A3-28DF-E8D1BF1CD77F}"/>
              </a:ext>
            </a:extLst>
          </p:cNvPr>
          <p:cNvSpPr txBox="1"/>
          <p:nvPr/>
        </p:nvSpPr>
        <p:spPr>
          <a:xfrm>
            <a:off x="1166648" y="1385272"/>
            <a:ext cx="8166538" cy="254537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t>Air India and IndiGo dominated the flight market. </a:t>
            </a:r>
          </a:p>
          <a:p>
            <a:pPr marL="285750" indent="-285750">
              <a:lnSpc>
                <a:spcPct val="150000"/>
              </a:lnSpc>
              <a:buFont typeface="Arial" panose="020B0604020202020204" pitchFamily="34" charset="0"/>
              <a:buChar char="•"/>
            </a:pPr>
            <a:r>
              <a:rPr lang="en-US"/>
              <a:t>Longer flights generally had higher ticket prices. </a:t>
            </a:r>
          </a:p>
          <a:p>
            <a:pPr marL="285750" indent="-285750">
              <a:lnSpc>
                <a:spcPct val="150000"/>
              </a:lnSpc>
              <a:buFont typeface="Arial" panose="020B0604020202020204" pitchFamily="34" charset="0"/>
              <a:buChar char="•"/>
            </a:pPr>
            <a:r>
              <a:rPr lang="en-US"/>
              <a:t>Nonstop flights were more frequent. </a:t>
            </a:r>
          </a:p>
          <a:p>
            <a:pPr marL="285750" indent="-285750">
              <a:lnSpc>
                <a:spcPct val="150000"/>
              </a:lnSpc>
              <a:buFont typeface="Arial" panose="020B0604020202020204" pitchFamily="34" charset="0"/>
              <a:buChar char="•"/>
            </a:pPr>
            <a:r>
              <a:rPr lang="en-US"/>
              <a:t>Some routes showed premium pricing trends. </a:t>
            </a:r>
          </a:p>
          <a:p>
            <a:pPr marL="285750" indent="-285750">
              <a:lnSpc>
                <a:spcPct val="150000"/>
              </a:lnSpc>
              <a:buFont typeface="Arial" panose="020B0604020202020204" pitchFamily="34" charset="0"/>
              <a:buChar char="•"/>
            </a:pPr>
            <a:r>
              <a:rPr lang="en-US"/>
              <a:t>Ticket prices varied dynamically across airlines and routes. </a:t>
            </a:r>
          </a:p>
          <a:p>
            <a:pPr marL="285750" indent="-285750">
              <a:lnSpc>
                <a:spcPct val="150000"/>
              </a:lnSpc>
              <a:buFont typeface="Arial" panose="020B0604020202020204" pitchFamily="34" charset="0"/>
              <a:buChar char="•"/>
            </a:pPr>
            <a:r>
              <a:rPr lang="en-US"/>
              <a:t>High-price outliers indicated premium or last-minute bookings.</a:t>
            </a:r>
          </a:p>
        </p:txBody>
      </p:sp>
      <p:sp>
        <p:nvSpPr>
          <p:cNvPr id="4" name="TextBox 3">
            <a:extLst>
              <a:ext uri="{FF2B5EF4-FFF2-40B4-BE49-F238E27FC236}">
                <a16:creationId xmlns:a16="http://schemas.microsoft.com/office/drawing/2014/main" id="{4E4A8A1D-ACA5-2D1B-55CD-B1D715B9FCD6}"/>
              </a:ext>
            </a:extLst>
          </p:cNvPr>
          <p:cNvSpPr txBox="1"/>
          <p:nvPr/>
        </p:nvSpPr>
        <p:spPr>
          <a:xfrm>
            <a:off x="210207" y="373853"/>
            <a:ext cx="6085490" cy="523220"/>
          </a:xfrm>
          <a:prstGeom prst="rect">
            <a:avLst/>
          </a:prstGeom>
          <a:noFill/>
        </p:spPr>
        <p:txBody>
          <a:bodyPr wrap="square" rtlCol="0">
            <a:spAutoFit/>
          </a:bodyPr>
          <a:lstStyle/>
          <a:p>
            <a:r>
              <a:rPr lang="en-IN" sz="2800">
                <a:solidFill>
                  <a:srgbClr val="FF0000"/>
                </a:solidFill>
                <a:latin typeface="Times New Roman" panose="02020603050405020304" pitchFamily="18" charset="0"/>
                <a:cs typeface="Times New Roman" panose="02020603050405020304" pitchFamily="18" charset="0"/>
              </a:rPr>
              <a:t>Business Insights</a:t>
            </a:r>
          </a:p>
        </p:txBody>
      </p:sp>
    </p:spTree>
    <p:extLst>
      <p:ext uri="{BB962C8B-B14F-4D97-AF65-F5344CB8AC3E}">
        <p14:creationId xmlns:p14="http://schemas.microsoft.com/office/powerpoint/2010/main" val="2130863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D1646-7950-ADE3-B8AF-3E3A7D74F7F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A94BC26-2BCD-3491-D391-28E10170D5BB}"/>
              </a:ext>
            </a:extLst>
          </p:cNvPr>
          <p:cNvSpPr txBox="1"/>
          <p:nvPr/>
        </p:nvSpPr>
        <p:spPr>
          <a:xfrm>
            <a:off x="735724" y="1164555"/>
            <a:ext cx="8166538" cy="3791872"/>
          </a:xfrm>
          <a:prstGeom prst="rect">
            <a:avLst/>
          </a:prstGeom>
          <a:noFill/>
        </p:spPr>
        <p:txBody>
          <a:bodyPr wrap="square">
            <a:spAutoFit/>
          </a:bodyPr>
          <a:lstStyle/>
          <a:p>
            <a:pPr marL="285750" indent="-285750">
              <a:lnSpc>
                <a:spcPct val="150000"/>
              </a:lnSpc>
              <a:buFont typeface="Wingdings" panose="05000000000000000000" pitchFamily="2" charset="2"/>
              <a:buChar char="§"/>
            </a:pPr>
            <a:r>
              <a:rPr lang="en-US"/>
              <a:t>Integrate real-time flight data collection for continuous fare monitoring. </a:t>
            </a:r>
          </a:p>
          <a:p>
            <a:pPr marL="285750" indent="-285750">
              <a:lnSpc>
                <a:spcPct val="150000"/>
              </a:lnSpc>
              <a:buFont typeface="Wingdings" panose="05000000000000000000" pitchFamily="2" charset="2"/>
              <a:buChar char="§"/>
            </a:pPr>
            <a:r>
              <a:rPr lang="en-US"/>
              <a:t>Expand the dataset by including travel dates, seat availability, and airline ratings. </a:t>
            </a:r>
          </a:p>
          <a:p>
            <a:pPr marL="285750" indent="-285750">
              <a:lnSpc>
                <a:spcPct val="150000"/>
              </a:lnSpc>
              <a:buFont typeface="Wingdings" panose="05000000000000000000" pitchFamily="2" charset="2"/>
              <a:buChar char="§"/>
            </a:pPr>
            <a:r>
              <a:rPr lang="en-US"/>
              <a:t>Develop predictive models for flight price forecasting using Machine Learning. </a:t>
            </a:r>
          </a:p>
          <a:p>
            <a:pPr marL="285750" indent="-285750">
              <a:lnSpc>
                <a:spcPct val="150000"/>
              </a:lnSpc>
              <a:buFont typeface="Wingdings" panose="05000000000000000000" pitchFamily="2" charset="2"/>
              <a:buChar char="§"/>
            </a:pPr>
            <a:r>
              <a:rPr lang="en-US"/>
              <a:t>Build interactive dashboards using Power BI or Tableau for business reporting. </a:t>
            </a:r>
          </a:p>
          <a:p>
            <a:pPr marL="285750" indent="-285750">
              <a:lnSpc>
                <a:spcPct val="150000"/>
              </a:lnSpc>
              <a:buFont typeface="Wingdings" panose="05000000000000000000" pitchFamily="2" charset="2"/>
              <a:buChar char="§"/>
            </a:pPr>
            <a:r>
              <a:rPr lang="en-US"/>
              <a:t>Automate the web scraping pipeline for large-scale data collection and analysis. </a:t>
            </a:r>
          </a:p>
          <a:p>
            <a:pPr marL="285750" indent="-285750">
              <a:lnSpc>
                <a:spcPct val="150000"/>
              </a:lnSpc>
              <a:buFont typeface="Wingdings" panose="05000000000000000000" pitchFamily="2" charset="2"/>
              <a:buChar char="§"/>
            </a:pPr>
            <a:r>
              <a:rPr lang="en-US"/>
              <a:t>Enhance feature engineering with seasonal and demand-based pricing analysis.</a:t>
            </a:r>
          </a:p>
        </p:txBody>
      </p:sp>
      <p:sp>
        <p:nvSpPr>
          <p:cNvPr id="4" name="TextBox 3">
            <a:extLst>
              <a:ext uri="{FF2B5EF4-FFF2-40B4-BE49-F238E27FC236}">
                <a16:creationId xmlns:a16="http://schemas.microsoft.com/office/drawing/2014/main" id="{BEDE0F2B-89AB-ACCF-D40C-F979249927F6}"/>
              </a:ext>
            </a:extLst>
          </p:cNvPr>
          <p:cNvSpPr txBox="1"/>
          <p:nvPr/>
        </p:nvSpPr>
        <p:spPr>
          <a:xfrm>
            <a:off x="210207" y="373853"/>
            <a:ext cx="6085490" cy="523220"/>
          </a:xfrm>
          <a:prstGeom prst="rect">
            <a:avLst/>
          </a:prstGeom>
          <a:noFill/>
        </p:spPr>
        <p:txBody>
          <a:bodyPr wrap="square" rtlCol="0">
            <a:spAutoFit/>
          </a:bodyPr>
          <a:lstStyle/>
          <a:p>
            <a:r>
              <a:rPr lang="en-IN" sz="2800">
                <a:solidFill>
                  <a:srgbClr val="FF0000"/>
                </a:solidFill>
                <a:latin typeface="Times New Roman" panose="02020603050405020304" pitchFamily="18" charset="0"/>
                <a:cs typeface="Times New Roman" panose="02020603050405020304" pitchFamily="18" charset="0"/>
              </a:rPr>
              <a:t>Future Enhancements</a:t>
            </a:r>
          </a:p>
        </p:txBody>
      </p:sp>
    </p:spTree>
    <p:extLst>
      <p:ext uri="{BB962C8B-B14F-4D97-AF65-F5344CB8AC3E}">
        <p14:creationId xmlns:p14="http://schemas.microsoft.com/office/powerpoint/2010/main" val="3325908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9A089-E72D-3B65-28BB-45985967E9F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5149455-CD4E-3C46-1045-AC6077B307C9}"/>
              </a:ext>
            </a:extLst>
          </p:cNvPr>
          <p:cNvSpPr txBox="1"/>
          <p:nvPr/>
        </p:nvSpPr>
        <p:spPr>
          <a:xfrm>
            <a:off x="735724" y="1164555"/>
            <a:ext cx="8166538" cy="3341749"/>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US"/>
              <a:t>Successfully scraped and analyzed flight fare data from EaseMyTrip.</a:t>
            </a:r>
          </a:p>
          <a:p>
            <a:pPr marL="285750" indent="-285750">
              <a:lnSpc>
                <a:spcPct val="200000"/>
              </a:lnSpc>
              <a:buFont typeface="Arial" panose="020B0604020202020204" pitchFamily="34" charset="0"/>
              <a:buChar char="•"/>
            </a:pPr>
            <a:r>
              <a:rPr lang="en-US"/>
              <a:t>Performed data cleaning, preprocessing, and feature engineering.</a:t>
            </a:r>
          </a:p>
          <a:p>
            <a:pPr marL="285750" indent="-285750">
              <a:lnSpc>
                <a:spcPct val="200000"/>
              </a:lnSpc>
              <a:buFont typeface="Arial" panose="020B0604020202020204" pitchFamily="34" charset="0"/>
              <a:buChar char="•"/>
            </a:pPr>
            <a:r>
              <a:rPr lang="en-US"/>
              <a:t>Identified pricing trends across airlines, routes, and flight durations.</a:t>
            </a:r>
          </a:p>
          <a:p>
            <a:pPr marL="285750" indent="-285750">
              <a:lnSpc>
                <a:spcPct val="200000"/>
              </a:lnSpc>
              <a:buFont typeface="Arial" panose="020B0604020202020204" pitchFamily="34" charset="0"/>
              <a:buChar char="•"/>
            </a:pPr>
            <a:r>
              <a:rPr lang="en-US"/>
              <a:t>Observed dynamic pricing behavior in ticket fares.</a:t>
            </a:r>
          </a:p>
          <a:p>
            <a:pPr marL="285750" indent="-285750">
              <a:lnSpc>
                <a:spcPct val="200000"/>
              </a:lnSpc>
              <a:buFont typeface="Arial" panose="020B0604020202020204" pitchFamily="34" charset="0"/>
              <a:buChar char="•"/>
            </a:pPr>
            <a:r>
              <a:rPr lang="en-US"/>
              <a:t>Generated meaningful business insights using EDA and visualizations.</a:t>
            </a:r>
          </a:p>
          <a:p>
            <a:pPr marL="285750" indent="-285750">
              <a:lnSpc>
                <a:spcPct val="200000"/>
              </a:lnSpc>
              <a:buFont typeface="Arial" panose="020B0604020202020204" pitchFamily="34" charset="0"/>
              <a:buChar char="•"/>
            </a:pPr>
            <a:r>
              <a:rPr lang="en-US"/>
              <a:t>Prepared cleaned data for dashboard development and business analysis.</a:t>
            </a:r>
          </a:p>
        </p:txBody>
      </p:sp>
      <p:sp>
        <p:nvSpPr>
          <p:cNvPr id="4" name="TextBox 3">
            <a:extLst>
              <a:ext uri="{FF2B5EF4-FFF2-40B4-BE49-F238E27FC236}">
                <a16:creationId xmlns:a16="http://schemas.microsoft.com/office/drawing/2014/main" id="{B9F816F4-B3B8-BE99-E42F-2C39C4ECCF3D}"/>
              </a:ext>
            </a:extLst>
          </p:cNvPr>
          <p:cNvSpPr txBox="1"/>
          <p:nvPr/>
        </p:nvSpPr>
        <p:spPr>
          <a:xfrm>
            <a:off x="430925" y="373853"/>
            <a:ext cx="6085490" cy="523220"/>
          </a:xfrm>
          <a:prstGeom prst="rect">
            <a:avLst/>
          </a:prstGeom>
          <a:noFill/>
        </p:spPr>
        <p:txBody>
          <a:bodyPr wrap="square" rtlCol="0">
            <a:spAutoFit/>
          </a:bodyPr>
          <a:lstStyle/>
          <a:p>
            <a:r>
              <a:rPr lang="en-IN" sz="2800">
                <a:solidFill>
                  <a:srgbClr val="FF0000"/>
                </a:solidFill>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1362190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51;p15">
            <a:extLst>
              <a:ext uri="{FF2B5EF4-FFF2-40B4-BE49-F238E27FC236}">
                <a16:creationId xmlns:a16="http://schemas.microsoft.com/office/drawing/2014/main" id="{F4994E65-00D4-74C4-F762-F1BE20461116}"/>
              </a:ext>
            </a:extLst>
          </p:cNvPr>
          <p:cNvPicPr preferRelativeResize="0"/>
          <p:nvPr/>
        </p:nvPicPr>
        <p:blipFill rotWithShape="1">
          <a:blip r:embed="rId2">
            <a:alphaModFix/>
          </a:blip>
          <a:srcRect/>
          <a:stretch/>
        </p:blipFill>
        <p:spPr>
          <a:xfrm>
            <a:off x="2031306" y="1718675"/>
            <a:ext cx="8129393" cy="3007775"/>
          </a:xfrm>
          <a:prstGeom prst="rect">
            <a:avLst/>
          </a:prstGeom>
          <a:noFill/>
          <a:ln>
            <a:noFill/>
          </a:ln>
        </p:spPr>
      </p:pic>
    </p:spTree>
    <p:extLst>
      <p:ext uri="{BB962C8B-B14F-4D97-AF65-F5344CB8AC3E}">
        <p14:creationId xmlns:p14="http://schemas.microsoft.com/office/powerpoint/2010/main" val="1027187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56;p16">
            <a:extLst>
              <a:ext uri="{FF2B5EF4-FFF2-40B4-BE49-F238E27FC236}">
                <a16:creationId xmlns:a16="http://schemas.microsoft.com/office/drawing/2014/main" id="{1AFE8FEB-E038-7B0F-11C9-78D9DD7A9191}"/>
              </a:ext>
            </a:extLst>
          </p:cNvPr>
          <p:cNvPicPr preferRelativeResize="0"/>
          <p:nvPr/>
        </p:nvPicPr>
        <p:blipFill rotWithShape="1">
          <a:blip r:embed="rId2">
            <a:alphaModFix/>
          </a:blip>
          <a:srcRect l="608" t="2063"/>
          <a:stretch/>
        </p:blipFill>
        <p:spPr>
          <a:xfrm>
            <a:off x="197224" y="168117"/>
            <a:ext cx="11788588" cy="6544799"/>
          </a:xfrm>
          <a:prstGeom prst="rect">
            <a:avLst/>
          </a:prstGeom>
          <a:noFill/>
          <a:ln>
            <a:noFill/>
          </a:ln>
        </p:spPr>
      </p:pic>
    </p:spTree>
    <p:extLst>
      <p:ext uri="{BB962C8B-B14F-4D97-AF65-F5344CB8AC3E}">
        <p14:creationId xmlns:p14="http://schemas.microsoft.com/office/powerpoint/2010/main" val="21243913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238</TotalTime>
  <Words>728</Words>
  <Application>Microsoft Office PowerPoint</Application>
  <PresentationFormat>Widescreen</PresentationFormat>
  <Paragraphs>121</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Aptos Display</vt: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Akshitha Yasala</dc:creator>
  <cp:lastModifiedBy>Akshitha Yasala</cp:lastModifiedBy>
  <cp:revision>1</cp:revision>
  <dcterms:created xsi:type="dcterms:W3CDTF">2026-05-29T18:35:31Z</dcterms:created>
  <dcterms:modified xsi:type="dcterms:W3CDTF">2026-05-30T11:00:21Z</dcterms:modified>
</cp:coreProperties>
</file>